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</p:sldMasterIdLst>
  <p:sldIdLst>
    <p:sldId id="256" r:id="rId2"/>
    <p:sldId id="264" r:id="rId3"/>
    <p:sldId id="265" r:id="rId4"/>
    <p:sldId id="266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4" autoAdjust="0"/>
  </p:normalViewPr>
  <p:slideViewPr>
    <p:cSldViewPr snapToGrid="0">
      <p:cViewPr varScale="1">
        <p:scale>
          <a:sx n="82" d="100"/>
          <a:sy n="82" d="100"/>
        </p:scale>
        <p:origin x="9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E11438-265C-4DD3-B622-8D8F3357E033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DADFDC5-DB7F-4796-9A82-E4708E9BE4AE}">
      <dgm:prSet phldrT="[Text]"/>
      <dgm:spPr/>
      <dgm:t>
        <a:bodyPr/>
        <a:lstStyle/>
        <a:p>
          <a:r>
            <a:rPr lang="en-US" dirty="0" err="1" smtClean="0"/>
            <a:t>OpenAIClient</a:t>
          </a:r>
          <a:endParaRPr lang="en-IN" dirty="0"/>
        </a:p>
      </dgm:t>
    </dgm:pt>
    <dgm:pt modelId="{730693A9-1C8D-49B8-BC18-5D818EEAD45C}" type="parTrans" cxnId="{D3E4AA99-8253-4D32-A819-4F9348B02447}">
      <dgm:prSet/>
      <dgm:spPr/>
      <dgm:t>
        <a:bodyPr/>
        <a:lstStyle/>
        <a:p>
          <a:endParaRPr lang="en-IN"/>
        </a:p>
      </dgm:t>
    </dgm:pt>
    <dgm:pt modelId="{0F590E93-72DD-461A-845A-BB8128672AEA}" type="sibTrans" cxnId="{D3E4AA99-8253-4D32-A819-4F9348B02447}">
      <dgm:prSet/>
      <dgm:spPr/>
      <dgm:t>
        <a:bodyPr/>
        <a:lstStyle/>
        <a:p>
          <a:endParaRPr lang="en-IN"/>
        </a:p>
      </dgm:t>
    </dgm:pt>
    <dgm:pt modelId="{D3C92E21-35DB-41A0-AA2F-0BC8DDDD46FC}">
      <dgm:prSet phldrT="[Text]"/>
      <dgm:spPr/>
      <dgm:t>
        <a:bodyPr/>
        <a:lstStyle/>
        <a:p>
          <a:r>
            <a:rPr lang="en-US" dirty="0" smtClean="0"/>
            <a:t>Images</a:t>
          </a:r>
          <a:endParaRPr lang="en-IN" dirty="0"/>
        </a:p>
      </dgm:t>
    </dgm:pt>
    <dgm:pt modelId="{6CDB0B7C-21CC-42CC-B965-EB9BDD81AB4F}" type="parTrans" cxnId="{B1D7EC70-5A42-43E2-B719-790CDD09679F}">
      <dgm:prSet/>
      <dgm:spPr/>
      <dgm:t>
        <a:bodyPr/>
        <a:lstStyle/>
        <a:p>
          <a:endParaRPr lang="en-IN"/>
        </a:p>
      </dgm:t>
    </dgm:pt>
    <dgm:pt modelId="{CF10B0D7-8CCA-43FE-8638-D3B66CC8B363}" type="sibTrans" cxnId="{B1D7EC70-5A42-43E2-B719-790CDD09679F}">
      <dgm:prSet/>
      <dgm:spPr/>
      <dgm:t>
        <a:bodyPr/>
        <a:lstStyle/>
        <a:p>
          <a:endParaRPr lang="en-IN"/>
        </a:p>
      </dgm:t>
    </dgm:pt>
    <dgm:pt modelId="{E183E002-0EFC-47AE-9C3A-288A62EFE5A1}">
      <dgm:prSet phldrT="[Text]"/>
      <dgm:spPr/>
      <dgm:t>
        <a:bodyPr/>
        <a:lstStyle/>
        <a:p>
          <a:r>
            <a:rPr lang="en-IN" dirty="0" err="1" smtClean="0"/>
            <a:t>Embeddings</a:t>
          </a:r>
          <a:endParaRPr lang="en-IN" dirty="0"/>
        </a:p>
      </dgm:t>
    </dgm:pt>
    <dgm:pt modelId="{CAA660B9-7B8E-4A84-8991-DAF745B3A014}" type="parTrans" cxnId="{809FFAD7-7B50-424C-9A7B-C7FB4DF4DA94}">
      <dgm:prSet/>
      <dgm:spPr/>
      <dgm:t>
        <a:bodyPr/>
        <a:lstStyle/>
        <a:p>
          <a:endParaRPr lang="en-IN"/>
        </a:p>
      </dgm:t>
    </dgm:pt>
    <dgm:pt modelId="{A9F944EC-F610-4DA8-A248-4DD0117C909B}" type="sibTrans" cxnId="{809FFAD7-7B50-424C-9A7B-C7FB4DF4DA94}">
      <dgm:prSet/>
      <dgm:spPr/>
      <dgm:t>
        <a:bodyPr/>
        <a:lstStyle/>
        <a:p>
          <a:endParaRPr lang="en-IN"/>
        </a:p>
      </dgm:t>
    </dgm:pt>
    <dgm:pt modelId="{EACB82E0-C9A4-4417-B08A-C77938234161}">
      <dgm:prSet phldrT="[Text]"/>
      <dgm:spPr/>
      <dgm:t>
        <a:bodyPr/>
        <a:lstStyle/>
        <a:p>
          <a:r>
            <a:rPr lang="en-IN" dirty="0" smtClean="0"/>
            <a:t>Audio</a:t>
          </a:r>
          <a:endParaRPr lang="en-IN" dirty="0"/>
        </a:p>
      </dgm:t>
    </dgm:pt>
    <dgm:pt modelId="{0EE92B50-A717-49EA-9632-EBF9B45D669F}" type="parTrans" cxnId="{6194B84B-F358-4EF0-BB84-F09420718790}">
      <dgm:prSet/>
      <dgm:spPr/>
      <dgm:t>
        <a:bodyPr/>
        <a:lstStyle/>
        <a:p>
          <a:endParaRPr lang="en-IN"/>
        </a:p>
      </dgm:t>
    </dgm:pt>
    <dgm:pt modelId="{1D2A95E3-4285-4E4A-BABF-3ECCE627A52E}" type="sibTrans" cxnId="{6194B84B-F358-4EF0-BB84-F09420718790}">
      <dgm:prSet/>
      <dgm:spPr/>
      <dgm:t>
        <a:bodyPr/>
        <a:lstStyle/>
        <a:p>
          <a:endParaRPr lang="en-IN"/>
        </a:p>
      </dgm:t>
    </dgm:pt>
    <dgm:pt modelId="{D57040A0-A10D-41BD-A596-0A9D19529E50}">
      <dgm:prSet/>
      <dgm:spPr/>
      <dgm:t>
        <a:bodyPr/>
        <a:lstStyle/>
        <a:p>
          <a:r>
            <a:rPr lang="en-IN" dirty="0" smtClean="0"/>
            <a:t>Responses</a:t>
          </a:r>
          <a:endParaRPr lang="en-IN" dirty="0"/>
        </a:p>
      </dgm:t>
    </dgm:pt>
    <dgm:pt modelId="{9BC766C0-EDD2-49B6-B17C-C3D252B7CC57}" type="parTrans" cxnId="{35C19E02-813C-472C-AE24-CD573F23D3C3}">
      <dgm:prSet/>
      <dgm:spPr/>
      <dgm:t>
        <a:bodyPr/>
        <a:lstStyle/>
        <a:p>
          <a:endParaRPr lang="en-IN"/>
        </a:p>
      </dgm:t>
    </dgm:pt>
    <dgm:pt modelId="{12D6F021-8B5B-4601-BA61-9D8C6CDC689A}" type="sibTrans" cxnId="{35C19E02-813C-472C-AE24-CD573F23D3C3}">
      <dgm:prSet/>
      <dgm:spPr/>
      <dgm:t>
        <a:bodyPr/>
        <a:lstStyle/>
        <a:p>
          <a:endParaRPr lang="en-IN"/>
        </a:p>
      </dgm:t>
    </dgm:pt>
    <dgm:pt modelId="{5B8FC189-F940-446A-B22C-D76F9F167F7F}">
      <dgm:prSet phldrT="[Text]"/>
      <dgm:spPr/>
      <dgm:t>
        <a:bodyPr/>
        <a:lstStyle/>
        <a:p>
          <a:r>
            <a:rPr lang="en-US" dirty="0" smtClean="0"/>
            <a:t>Vector DB</a:t>
          </a:r>
          <a:endParaRPr lang="en-IN" dirty="0"/>
        </a:p>
      </dgm:t>
    </dgm:pt>
    <dgm:pt modelId="{FCBED5BA-D2F2-463B-86B4-CF4432A4464B}" type="parTrans" cxnId="{85FC2CD4-0146-44E3-B866-303405C7B3BA}">
      <dgm:prSet/>
      <dgm:spPr/>
      <dgm:t>
        <a:bodyPr/>
        <a:lstStyle/>
        <a:p>
          <a:endParaRPr lang="en-IN"/>
        </a:p>
      </dgm:t>
    </dgm:pt>
    <dgm:pt modelId="{27B59988-5E76-4C40-897F-7B0C1F4EEAC0}" type="sibTrans" cxnId="{85FC2CD4-0146-44E3-B866-303405C7B3BA}">
      <dgm:prSet/>
      <dgm:spPr/>
      <dgm:t>
        <a:bodyPr/>
        <a:lstStyle/>
        <a:p>
          <a:endParaRPr lang="en-IN"/>
        </a:p>
      </dgm:t>
    </dgm:pt>
    <dgm:pt modelId="{977D6D88-A088-4652-B471-ADE243858276}">
      <dgm:prSet/>
      <dgm:spPr/>
      <dgm:t>
        <a:bodyPr/>
        <a:lstStyle/>
        <a:p>
          <a:r>
            <a:rPr lang="en-US" dirty="0" smtClean="0"/>
            <a:t>LLM Calls</a:t>
          </a:r>
          <a:endParaRPr lang="en-IN" dirty="0"/>
        </a:p>
      </dgm:t>
    </dgm:pt>
    <dgm:pt modelId="{532613FE-E3FC-4785-8149-93E1C333BC92}" type="parTrans" cxnId="{23F3CCDA-F67A-43CE-BBB6-FDF8F5A2BC4F}">
      <dgm:prSet/>
      <dgm:spPr/>
      <dgm:t>
        <a:bodyPr/>
        <a:lstStyle/>
        <a:p>
          <a:endParaRPr lang="en-IN"/>
        </a:p>
      </dgm:t>
    </dgm:pt>
    <dgm:pt modelId="{D416D7F7-D832-4C1F-A890-2C0FE8AFDE77}" type="sibTrans" cxnId="{23F3CCDA-F67A-43CE-BBB6-FDF8F5A2BC4F}">
      <dgm:prSet/>
      <dgm:spPr/>
      <dgm:t>
        <a:bodyPr/>
        <a:lstStyle/>
        <a:p>
          <a:endParaRPr lang="en-IN"/>
        </a:p>
      </dgm:t>
    </dgm:pt>
    <dgm:pt modelId="{DE952955-D097-4D90-AD51-AD549C7B22D8}">
      <dgm:prSet phldrT="[Text]"/>
      <dgm:spPr/>
      <dgm:t>
        <a:bodyPr/>
        <a:lstStyle/>
        <a:p>
          <a:r>
            <a:rPr lang="en-US" dirty="0" smtClean="0"/>
            <a:t>Image Analysis</a:t>
          </a:r>
          <a:endParaRPr lang="en-IN" dirty="0"/>
        </a:p>
      </dgm:t>
    </dgm:pt>
    <dgm:pt modelId="{796C2164-D8ED-40CD-BC34-75B05FB64192}" type="parTrans" cxnId="{3D2F5FF6-8A55-4BC6-BA51-772EE3150F48}">
      <dgm:prSet/>
      <dgm:spPr/>
      <dgm:t>
        <a:bodyPr/>
        <a:lstStyle/>
        <a:p>
          <a:endParaRPr lang="en-IN"/>
        </a:p>
      </dgm:t>
    </dgm:pt>
    <dgm:pt modelId="{1FEAB687-34C9-442B-A011-0FDE3C0DE0E7}" type="sibTrans" cxnId="{3D2F5FF6-8A55-4BC6-BA51-772EE3150F48}">
      <dgm:prSet/>
      <dgm:spPr/>
      <dgm:t>
        <a:bodyPr/>
        <a:lstStyle/>
        <a:p>
          <a:endParaRPr lang="en-IN"/>
        </a:p>
      </dgm:t>
    </dgm:pt>
    <dgm:pt modelId="{1BFAE118-D964-46DB-B44E-9E1E4179CE58}">
      <dgm:prSet phldrT="[Text]"/>
      <dgm:spPr/>
      <dgm:t>
        <a:bodyPr/>
        <a:lstStyle/>
        <a:p>
          <a:r>
            <a:rPr lang="en-US" dirty="0" err="1" smtClean="0"/>
            <a:t>AudioBot</a:t>
          </a:r>
          <a:endParaRPr lang="en-IN" dirty="0"/>
        </a:p>
      </dgm:t>
    </dgm:pt>
    <dgm:pt modelId="{6960D3C6-7ABD-4EBC-99F7-735EDBF57FAF}" type="parTrans" cxnId="{95148147-1B56-4CC2-B005-38679394800A}">
      <dgm:prSet/>
      <dgm:spPr/>
      <dgm:t>
        <a:bodyPr/>
        <a:lstStyle/>
        <a:p>
          <a:endParaRPr lang="en-IN"/>
        </a:p>
      </dgm:t>
    </dgm:pt>
    <dgm:pt modelId="{9E678651-3104-4387-9939-17BF0DAB93FD}" type="sibTrans" cxnId="{95148147-1B56-4CC2-B005-38679394800A}">
      <dgm:prSet/>
      <dgm:spPr/>
      <dgm:t>
        <a:bodyPr/>
        <a:lstStyle/>
        <a:p>
          <a:endParaRPr lang="en-IN"/>
        </a:p>
      </dgm:t>
    </dgm:pt>
    <dgm:pt modelId="{A39F2B8C-E0B1-4D5C-991E-E57C0D8FFDED}" type="pres">
      <dgm:prSet presAssocID="{62E11438-265C-4DD3-B622-8D8F3357E03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638507E8-4B3F-4A1D-B823-17DA3483ED72}" type="pres">
      <dgm:prSet presAssocID="{2DADFDC5-DB7F-4796-9A82-E4708E9BE4AE}" presName="root1" presStyleCnt="0"/>
      <dgm:spPr/>
    </dgm:pt>
    <dgm:pt modelId="{4AAFD149-7EF9-41D5-8C54-4D0C429B84FA}" type="pres">
      <dgm:prSet presAssocID="{2DADFDC5-DB7F-4796-9A82-E4708E9BE4AE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1377B050-2026-4EC4-83D3-3776E9ED0433}" type="pres">
      <dgm:prSet presAssocID="{2DADFDC5-DB7F-4796-9A82-E4708E9BE4AE}" presName="level2hierChild" presStyleCnt="0"/>
      <dgm:spPr/>
    </dgm:pt>
    <dgm:pt modelId="{F52764D4-F7C8-4BDA-98D0-00EFD5D6585B}" type="pres">
      <dgm:prSet presAssocID="{6CDB0B7C-21CC-42CC-B965-EB9BDD81AB4F}" presName="conn2-1" presStyleLbl="parChTrans1D2" presStyleIdx="0" presStyleCnt="4"/>
      <dgm:spPr/>
      <dgm:t>
        <a:bodyPr/>
        <a:lstStyle/>
        <a:p>
          <a:endParaRPr lang="en-IN"/>
        </a:p>
      </dgm:t>
    </dgm:pt>
    <dgm:pt modelId="{A5BA5D27-6F74-4836-9C9E-0CCF7A3A91FC}" type="pres">
      <dgm:prSet presAssocID="{6CDB0B7C-21CC-42CC-B965-EB9BDD81AB4F}" presName="connTx" presStyleLbl="parChTrans1D2" presStyleIdx="0" presStyleCnt="4"/>
      <dgm:spPr/>
      <dgm:t>
        <a:bodyPr/>
        <a:lstStyle/>
        <a:p>
          <a:endParaRPr lang="en-IN"/>
        </a:p>
      </dgm:t>
    </dgm:pt>
    <dgm:pt modelId="{28E38810-F1DF-4380-AD01-A71DD5E03F2A}" type="pres">
      <dgm:prSet presAssocID="{D3C92E21-35DB-41A0-AA2F-0BC8DDDD46FC}" presName="root2" presStyleCnt="0"/>
      <dgm:spPr/>
    </dgm:pt>
    <dgm:pt modelId="{36AF7362-89B8-4BB5-94CD-AE0AAB787793}" type="pres">
      <dgm:prSet presAssocID="{D3C92E21-35DB-41A0-AA2F-0BC8DDDD46FC}" presName="LevelTwoTextNode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7E54A5FF-B3BF-47E6-A9D9-4269E2B788E1}" type="pres">
      <dgm:prSet presAssocID="{D3C92E21-35DB-41A0-AA2F-0BC8DDDD46FC}" presName="level3hierChild" presStyleCnt="0"/>
      <dgm:spPr/>
    </dgm:pt>
    <dgm:pt modelId="{10A52F65-C0A1-4213-A785-7B28AA517098}" type="pres">
      <dgm:prSet presAssocID="{796C2164-D8ED-40CD-BC34-75B05FB64192}" presName="conn2-1" presStyleLbl="parChTrans1D3" presStyleIdx="0" presStyleCnt="4"/>
      <dgm:spPr/>
      <dgm:t>
        <a:bodyPr/>
        <a:lstStyle/>
        <a:p>
          <a:endParaRPr lang="en-IN"/>
        </a:p>
      </dgm:t>
    </dgm:pt>
    <dgm:pt modelId="{1ECD335A-B31B-4BB0-AD25-57CD344A0659}" type="pres">
      <dgm:prSet presAssocID="{796C2164-D8ED-40CD-BC34-75B05FB64192}" presName="connTx" presStyleLbl="parChTrans1D3" presStyleIdx="0" presStyleCnt="4"/>
      <dgm:spPr/>
      <dgm:t>
        <a:bodyPr/>
        <a:lstStyle/>
        <a:p>
          <a:endParaRPr lang="en-IN"/>
        </a:p>
      </dgm:t>
    </dgm:pt>
    <dgm:pt modelId="{91548D25-251D-4D3F-AA96-87A90C12490A}" type="pres">
      <dgm:prSet presAssocID="{DE952955-D097-4D90-AD51-AD549C7B22D8}" presName="root2" presStyleCnt="0"/>
      <dgm:spPr/>
    </dgm:pt>
    <dgm:pt modelId="{6B8EF2B9-9D44-4B09-8421-4C871BAA1356}" type="pres">
      <dgm:prSet presAssocID="{DE952955-D097-4D90-AD51-AD549C7B22D8}" presName="LevelTwoTextNode" presStyleLbl="node3" presStyleIdx="0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EC5AE81E-2398-4866-869F-F988E2CCC4AA}" type="pres">
      <dgm:prSet presAssocID="{DE952955-D097-4D90-AD51-AD549C7B22D8}" presName="level3hierChild" presStyleCnt="0"/>
      <dgm:spPr/>
    </dgm:pt>
    <dgm:pt modelId="{0FB8214E-4447-48F2-9436-C715B1C4B2F2}" type="pres">
      <dgm:prSet presAssocID="{9BC766C0-EDD2-49B6-B17C-C3D252B7CC57}" presName="conn2-1" presStyleLbl="parChTrans1D2" presStyleIdx="1" presStyleCnt="4"/>
      <dgm:spPr/>
      <dgm:t>
        <a:bodyPr/>
        <a:lstStyle/>
        <a:p>
          <a:endParaRPr lang="en-IN"/>
        </a:p>
      </dgm:t>
    </dgm:pt>
    <dgm:pt modelId="{BB1F9109-E97D-4193-8DB2-F4E299461B35}" type="pres">
      <dgm:prSet presAssocID="{9BC766C0-EDD2-49B6-B17C-C3D252B7CC57}" presName="connTx" presStyleLbl="parChTrans1D2" presStyleIdx="1" presStyleCnt="4"/>
      <dgm:spPr/>
      <dgm:t>
        <a:bodyPr/>
        <a:lstStyle/>
        <a:p>
          <a:endParaRPr lang="en-IN"/>
        </a:p>
      </dgm:t>
    </dgm:pt>
    <dgm:pt modelId="{E08E66D6-5EC8-4295-AC43-9C375E8B95B6}" type="pres">
      <dgm:prSet presAssocID="{D57040A0-A10D-41BD-A596-0A9D19529E50}" presName="root2" presStyleCnt="0"/>
      <dgm:spPr/>
    </dgm:pt>
    <dgm:pt modelId="{4027B9DD-6DC8-4F62-8ABC-C7797BD257A7}" type="pres">
      <dgm:prSet presAssocID="{D57040A0-A10D-41BD-A596-0A9D19529E50}" presName="LevelTwoTextNode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997BA499-470B-48C9-82F3-0C02BD8F52AB}" type="pres">
      <dgm:prSet presAssocID="{D57040A0-A10D-41BD-A596-0A9D19529E50}" presName="level3hierChild" presStyleCnt="0"/>
      <dgm:spPr/>
    </dgm:pt>
    <dgm:pt modelId="{13BA1454-A43C-4EE8-AC7F-E4982DFAE9C3}" type="pres">
      <dgm:prSet presAssocID="{532613FE-E3FC-4785-8149-93E1C333BC92}" presName="conn2-1" presStyleLbl="parChTrans1D3" presStyleIdx="1" presStyleCnt="4"/>
      <dgm:spPr/>
      <dgm:t>
        <a:bodyPr/>
        <a:lstStyle/>
        <a:p>
          <a:endParaRPr lang="en-IN"/>
        </a:p>
      </dgm:t>
    </dgm:pt>
    <dgm:pt modelId="{17522B96-084B-4A28-AE6B-860D5BAFD125}" type="pres">
      <dgm:prSet presAssocID="{532613FE-E3FC-4785-8149-93E1C333BC92}" presName="connTx" presStyleLbl="parChTrans1D3" presStyleIdx="1" presStyleCnt="4"/>
      <dgm:spPr/>
      <dgm:t>
        <a:bodyPr/>
        <a:lstStyle/>
        <a:p>
          <a:endParaRPr lang="en-IN"/>
        </a:p>
      </dgm:t>
    </dgm:pt>
    <dgm:pt modelId="{5BA7D6B9-DABF-47EC-B2EF-48CDA5726284}" type="pres">
      <dgm:prSet presAssocID="{977D6D88-A088-4652-B471-ADE243858276}" presName="root2" presStyleCnt="0"/>
      <dgm:spPr/>
    </dgm:pt>
    <dgm:pt modelId="{6A950AEA-11CE-454B-B7C6-0D8D2C81B376}" type="pres">
      <dgm:prSet presAssocID="{977D6D88-A088-4652-B471-ADE243858276}" presName="LevelTwoTextNode" presStyleLbl="node3" presStyleIdx="1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1C23B473-C62E-4EEF-A54B-DD04A5EBFC8B}" type="pres">
      <dgm:prSet presAssocID="{977D6D88-A088-4652-B471-ADE243858276}" presName="level3hierChild" presStyleCnt="0"/>
      <dgm:spPr/>
    </dgm:pt>
    <dgm:pt modelId="{6F1C1197-AE68-4A2C-AA1A-EB29E540DBF1}" type="pres">
      <dgm:prSet presAssocID="{CAA660B9-7B8E-4A84-8991-DAF745B3A014}" presName="conn2-1" presStyleLbl="parChTrans1D2" presStyleIdx="2" presStyleCnt="4"/>
      <dgm:spPr/>
      <dgm:t>
        <a:bodyPr/>
        <a:lstStyle/>
        <a:p>
          <a:endParaRPr lang="en-IN"/>
        </a:p>
      </dgm:t>
    </dgm:pt>
    <dgm:pt modelId="{CDEF2FC9-D51B-4A3B-A6B1-6AC1E3A569C2}" type="pres">
      <dgm:prSet presAssocID="{CAA660B9-7B8E-4A84-8991-DAF745B3A014}" presName="connTx" presStyleLbl="parChTrans1D2" presStyleIdx="2" presStyleCnt="4"/>
      <dgm:spPr/>
      <dgm:t>
        <a:bodyPr/>
        <a:lstStyle/>
        <a:p>
          <a:endParaRPr lang="en-IN"/>
        </a:p>
      </dgm:t>
    </dgm:pt>
    <dgm:pt modelId="{CBAB6796-4352-4517-87CF-962EA6D16DA3}" type="pres">
      <dgm:prSet presAssocID="{E183E002-0EFC-47AE-9C3A-288A62EFE5A1}" presName="root2" presStyleCnt="0"/>
      <dgm:spPr/>
    </dgm:pt>
    <dgm:pt modelId="{F2E35EA9-0545-4045-A865-B88A64D10A9D}" type="pres">
      <dgm:prSet presAssocID="{E183E002-0EFC-47AE-9C3A-288A62EFE5A1}" presName="LevelTwoTextNode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1201497B-8EF3-451D-8BCA-4F17CE38E43F}" type="pres">
      <dgm:prSet presAssocID="{E183E002-0EFC-47AE-9C3A-288A62EFE5A1}" presName="level3hierChild" presStyleCnt="0"/>
      <dgm:spPr/>
    </dgm:pt>
    <dgm:pt modelId="{D0B70CA6-5B05-48BC-A9CE-93483F8EB3B6}" type="pres">
      <dgm:prSet presAssocID="{FCBED5BA-D2F2-463B-86B4-CF4432A4464B}" presName="conn2-1" presStyleLbl="parChTrans1D3" presStyleIdx="2" presStyleCnt="4"/>
      <dgm:spPr/>
      <dgm:t>
        <a:bodyPr/>
        <a:lstStyle/>
        <a:p>
          <a:endParaRPr lang="en-IN"/>
        </a:p>
      </dgm:t>
    </dgm:pt>
    <dgm:pt modelId="{34B0C6C5-493F-4296-973D-58ACF5E5468A}" type="pres">
      <dgm:prSet presAssocID="{FCBED5BA-D2F2-463B-86B4-CF4432A4464B}" presName="connTx" presStyleLbl="parChTrans1D3" presStyleIdx="2" presStyleCnt="4"/>
      <dgm:spPr/>
      <dgm:t>
        <a:bodyPr/>
        <a:lstStyle/>
        <a:p>
          <a:endParaRPr lang="en-IN"/>
        </a:p>
      </dgm:t>
    </dgm:pt>
    <dgm:pt modelId="{94EA09AE-E099-46F5-B6BF-975A64747288}" type="pres">
      <dgm:prSet presAssocID="{5B8FC189-F940-446A-B22C-D76F9F167F7F}" presName="root2" presStyleCnt="0"/>
      <dgm:spPr/>
    </dgm:pt>
    <dgm:pt modelId="{DBDB3C32-288C-4225-A2BD-84A9475A935C}" type="pres">
      <dgm:prSet presAssocID="{5B8FC189-F940-446A-B22C-D76F9F167F7F}" presName="LevelTwoTextNode" presStyleLbl="node3" presStyleIdx="2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0BD05AB5-EE3C-4C01-89BE-8CC6752C4AFA}" type="pres">
      <dgm:prSet presAssocID="{5B8FC189-F940-446A-B22C-D76F9F167F7F}" presName="level3hierChild" presStyleCnt="0"/>
      <dgm:spPr/>
    </dgm:pt>
    <dgm:pt modelId="{2588502C-A4EA-4D57-B229-E1EF23B987AF}" type="pres">
      <dgm:prSet presAssocID="{0EE92B50-A717-49EA-9632-EBF9B45D669F}" presName="conn2-1" presStyleLbl="parChTrans1D2" presStyleIdx="3" presStyleCnt="4"/>
      <dgm:spPr/>
      <dgm:t>
        <a:bodyPr/>
        <a:lstStyle/>
        <a:p>
          <a:endParaRPr lang="en-IN"/>
        </a:p>
      </dgm:t>
    </dgm:pt>
    <dgm:pt modelId="{99050CA2-AB6B-4EA7-8BA4-5B4D734635A8}" type="pres">
      <dgm:prSet presAssocID="{0EE92B50-A717-49EA-9632-EBF9B45D669F}" presName="connTx" presStyleLbl="parChTrans1D2" presStyleIdx="3" presStyleCnt="4"/>
      <dgm:spPr/>
      <dgm:t>
        <a:bodyPr/>
        <a:lstStyle/>
        <a:p>
          <a:endParaRPr lang="en-IN"/>
        </a:p>
      </dgm:t>
    </dgm:pt>
    <dgm:pt modelId="{3DBC0148-3FB3-441F-AAE8-5F8E3C5A252B}" type="pres">
      <dgm:prSet presAssocID="{EACB82E0-C9A4-4417-B08A-C77938234161}" presName="root2" presStyleCnt="0"/>
      <dgm:spPr/>
    </dgm:pt>
    <dgm:pt modelId="{E4B5E381-5E42-4FBC-B05D-77F14E1E664F}" type="pres">
      <dgm:prSet presAssocID="{EACB82E0-C9A4-4417-B08A-C77938234161}" presName="LevelTwoTextNode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F40D82D3-7697-43D3-9217-0FA1D4CB5293}" type="pres">
      <dgm:prSet presAssocID="{EACB82E0-C9A4-4417-B08A-C77938234161}" presName="level3hierChild" presStyleCnt="0"/>
      <dgm:spPr/>
    </dgm:pt>
    <dgm:pt modelId="{F03EFC09-981D-470D-B398-4488F3818115}" type="pres">
      <dgm:prSet presAssocID="{6960D3C6-7ABD-4EBC-99F7-735EDBF57FAF}" presName="conn2-1" presStyleLbl="parChTrans1D3" presStyleIdx="3" presStyleCnt="4"/>
      <dgm:spPr/>
      <dgm:t>
        <a:bodyPr/>
        <a:lstStyle/>
        <a:p>
          <a:endParaRPr lang="en-IN"/>
        </a:p>
      </dgm:t>
    </dgm:pt>
    <dgm:pt modelId="{83833318-61AC-42DF-9800-0041E2D10495}" type="pres">
      <dgm:prSet presAssocID="{6960D3C6-7ABD-4EBC-99F7-735EDBF57FAF}" presName="connTx" presStyleLbl="parChTrans1D3" presStyleIdx="3" presStyleCnt="4"/>
      <dgm:spPr/>
      <dgm:t>
        <a:bodyPr/>
        <a:lstStyle/>
        <a:p>
          <a:endParaRPr lang="en-IN"/>
        </a:p>
      </dgm:t>
    </dgm:pt>
    <dgm:pt modelId="{4557CF19-5051-4CC7-B380-3FDED244031E}" type="pres">
      <dgm:prSet presAssocID="{1BFAE118-D964-46DB-B44E-9E1E4179CE58}" presName="root2" presStyleCnt="0"/>
      <dgm:spPr/>
    </dgm:pt>
    <dgm:pt modelId="{49D27E50-42C1-4AE3-845D-994F646E37A6}" type="pres">
      <dgm:prSet presAssocID="{1BFAE118-D964-46DB-B44E-9E1E4179CE58}" presName="LevelTwoTextNode" presStyleLbl="node3" presStyleIdx="3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886D6ABA-1C75-47D1-8672-705B6FE4277C}" type="pres">
      <dgm:prSet presAssocID="{1BFAE118-D964-46DB-B44E-9E1E4179CE58}" presName="level3hierChild" presStyleCnt="0"/>
      <dgm:spPr/>
    </dgm:pt>
  </dgm:ptLst>
  <dgm:cxnLst>
    <dgm:cxn modelId="{C213E1DE-A232-4321-9A65-6DB2D5FF75BC}" type="presOf" srcId="{62E11438-265C-4DD3-B622-8D8F3357E033}" destId="{A39F2B8C-E0B1-4D5C-991E-E57C0D8FFDED}" srcOrd="0" destOrd="0" presId="urn:microsoft.com/office/officeart/2005/8/layout/hierarchy2"/>
    <dgm:cxn modelId="{B1D7EC70-5A42-43E2-B719-790CDD09679F}" srcId="{2DADFDC5-DB7F-4796-9A82-E4708E9BE4AE}" destId="{D3C92E21-35DB-41A0-AA2F-0BC8DDDD46FC}" srcOrd="0" destOrd="0" parTransId="{6CDB0B7C-21CC-42CC-B965-EB9BDD81AB4F}" sibTransId="{CF10B0D7-8CCA-43FE-8638-D3B66CC8B363}"/>
    <dgm:cxn modelId="{DFC147E1-1332-467B-8EF2-CB3BE253D8BB}" type="presOf" srcId="{0EE92B50-A717-49EA-9632-EBF9B45D669F}" destId="{99050CA2-AB6B-4EA7-8BA4-5B4D734635A8}" srcOrd="1" destOrd="0" presId="urn:microsoft.com/office/officeart/2005/8/layout/hierarchy2"/>
    <dgm:cxn modelId="{55C2D00E-E691-418E-BCA2-27FB7B38FC2A}" type="presOf" srcId="{796C2164-D8ED-40CD-BC34-75B05FB64192}" destId="{1ECD335A-B31B-4BB0-AD25-57CD344A0659}" srcOrd="1" destOrd="0" presId="urn:microsoft.com/office/officeart/2005/8/layout/hierarchy2"/>
    <dgm:cxn modelId="{CEAA9A0D-DC34-4DB0-A03B-F1AFC6E317A5}" type="presOf" srcId="{532613FE-E3FC-4785-8149-93E1C333BC92}" destId="{17522B96-084B-4A28-AE6B-860D5BAFD125}" srcOrd="1" destOrd="0" presId="urn:microsoft.com/office/officeart/2005/8/layout/hierarchy2"/>
    <dgm:cxn modelId="{6194B84B-F358-4EF0-BB84-F09420718790}" srcId="{2DADFDC5-DB7F-4796-9A82-E4708E9BE4AE}" destId="{EACB82E0-C9A4-4417-B08A-C77938234161}" srcOrd="3" destOrd="0" parTransId="{0EE92B50-A717-49EA-9632-EBF9B45D669F}" sibTransId="{1D2A95E3-4285-4E4A-BABF-3ECCE627A52E}"/>
    <dgm:cxn modelId="{23F3CCDA-F67A-43CE-BBB6-FDF8F5A2BC4F}" srcId="{D57040A0-A10D-41BD-A596-0A9D19529E50}" destId="{977D6D88-A088-4652-B471-ADE243858276}" srcOrd="0" destOrd="0" parTransId="{532613FE-E3FC-4785-8149-93E1C333BC92}" sibTransId="{D416D7F7-D832-4C1F-A890-2C0FE8AFDE77}"/>
    <dgm:cxn modelId="{E173B9FA-AA24-4A54-85F5-098E38F6C678}" type="presOf" srcId="{9BC766C0-EDD2-49B6-B17C-C3D252B7CC57}" destId="{BB1F9109-E97D-4193-8DB2-F4E299461B35}" srcOrd="1" destOrd="0" presId="urn:microsoft.com/office/officeart/2005/8/layout/hierarchy2"/>
    <dgm:cxn modelId="{D3E4AA99-8253-4D32-A819-4F9348B02447}" srcId="{62E11438-265C-4DD3-B622-8D8F3357E033}" destId="{2DADFDC5-DB7F-4796-9A82-E4708E9BE4AE}" srcOrd="0" destOrd="0" parTransId="{730693A9-1C8D-49B8-BC18-5D818EEAD45C}" sibTransId="{0F590E93-72DD-461A-845A-BB8128672AEA}"/>
    <dgm:cxn modelId="{643AF5B4-A926-4596-85B5-FA0D17C28C8C}" type="presOf" srcId="{CAA660B9-7B8E-4A84-8991-DAF745B3A014}" destId="{CDEF2FC9-D51B-4A3B-A6B1-6AC1E3A569C2}" srcOrd="1" destOrd="0" presId="urn:microsoft.com/office/officeart/2005/8/layout/hierarchy2"/>
    <dgm:cxn modelId="{D8E5AE4D-1CCE-490E-B83B-1103E0B7415B}" type="presOf" srcId="{796C2164-D8ED-40CD-BC34-75B05FB64192}" destId="{10A52F65-C0A1-4213-A785-7B28AA517098}" srcOrd="0" destOrd="0" presId="urn:microsoft.com/office/officeart/2005/8/layout/hierarchy2"/>
    <dgm:cxn modelId="{85FC2CD4-0146-44E3-B866-303405C7B3BA}" srcId="{E183E002-0EFC-47AE-9C3A-288A62EFE5A1}" destId="{5B8FC189-F940-446A-B22C-D76F9F167F7F}" srcOrd="0" destOrd="0" parTransId="{FCBED5BA-D2F2-463B-86B4-CF4432A4464B}" sibTransId="{27B59988-5E76-4C40-897F-7B0C1F4EEAC0}"/>
    <dgm:cxn modelId="{F4154091-D5D4-4F0B-BFE3-1D1BE9E39920}" type="presOf" srcId="{6960D3C6-7ABD-4EBC-99F7-735EDBF57FAF}" destId="{F03EFC09-981D-470D-B398-4488F3818115}" srcOrd="0" destOrd="0" presId="urn:microsoft.com/office/officeart/2005/8/layout/hierarchy2"/>
    <dgm:cxn modelId="{80852C9F-205D-4964-BA3C-85A571BCFF42}" type="presOf" srcId="{D3C92E21-35DB-41A0-AA2F-0BC8DDDD46FC}" destId="{36AF7362-89B8-4BB5-94CD-AE0AAB787793}" srcOrd="0" destOrd="0" presId="urn:microsoft.com/office/officeart/2005/8/layout/hierarchy2"/>
    <dgm:cxn modelId="{7991094F-B21A-4FB2-B628-F24A01B41DB9}" type="presOf" srcId="{6CDB0B7C-21CC-42CC-B965-EB9BDD81AB4F}" destId="{A5BA5D27-6F74-4836-9C9E-0CCF7A3A91FC}" srcOrd="1" destOrd="0" presId="urn:microsoft.com/office/officeart/2005/8/layout/hierarchy2"/>
    <dgm:cxn modelId="{F92B52BC-00A7-4455-85D5-DBEC529DA6FE}" type="presOf" srcId="{D57040A0-A10D-41BD-A596-0A9D19529E50}" destId="{4027B9DD-6DC8-4F62-8ABC-C7797BD257A7}" srcOrd="0" destOrd="0" presId="urn:microsoft.com/office/officeart/2005/8/layout/hierarchy2"/>
    <dgm:cxn modelId="{60820871-B66A-473D-9D37-81E9B331853B}" type="presOf" srcId="{5B8FC189-F940-446A-B22C-D76F9F167F7F}" destId="{DBDB3C32-288C-4225-A2BD-84A9475A935C}" srcOrd="0" destOrd="0" presId="urn:microsoft.com/office/officeart/2005/8/layout/hierarchy2"/>
    <dgm:cxn modelId="{B7705D86-FE0E-4611-A8B0-A3114BA8FD53}" type="presOf" srcId="{E183E002-0EFC-47AE-9C3A-288A62EFE5A1}" destId="{F2E35EA9-0545-4045-A865-B88A64D10A9D}" srcOrd="0" destOrd="0" presId="urn:microsoft.com/office/officeart/2005/8/layout/hierarchy2"/>
    <dgm:cxn modelId="{E97D050F-0564-4770-B5DD-0630D91FC260}" type="presOf" srcId="{CAA660B9-7B8E-4A84-8991-DAF745B3A014}" destId="{6F1C1197-AE68-4A2C-AA1A-EB29E540DBF1}" srcOrd="0" destOrd="0" presId="urn:microsoft.com/office/officeart/2005/8/layout/hierarchy2"/>
    <dgm:cxn modelId="{809FFAD7-7B50-424C-9A7B-C7FB4DF4DA94}" srcId="{2DADFDC5-DB7F-4796-9A82-E4708E9BE4AE}" destId="{E183E002-0EFC-47AE-9C3A-288A62EFE5A1}" srcOrd="2" destOrd="0" parTransId="{CAA660B9-7B8E-4A84-8991-DAF745B3A014}" sibTransId="{A9F944EC-F610-4DA8-A248-4DD0117C909B}"/>
    <dgm:cxn modelId="{DE871BEF-86F2-495E-867F-F73F37BBF380}" type="presOf" srcId="{0EE92B50-A717-49EA-9632-EBF9B45D669F}" destId="{2588502C-A4EA-4D57-B229-E1EF23B987AF}" srcOrd="0" destOrd="0" presId="urn:microsoft.com/office/officeart/2005/8/layout/hierarchy2"/>
    <dgm:cxn modelId="{D11CAE3C-02B1-4DE4-A94B-9D67A09E523C}" type="presOf" srcId="{2DADFDC5-DB7F-4796-9A82-E4708E9BE4AE}" destId="{4AAFD149-7EF9-41D5-8C54-4D0C429B84FA}" srcOrd="0" destOrd="0" presId="urn:microsoft.com/office/officeart/2005/8/layout/hierarchy2"/>
    <dgm:cxn modelId="{AD752957-70A1-4B58-A1D9-EC6CDF89F73F}" type="presOf" srcId="{DE952955-D097-4D90-AD51-AD549C7B22D8}" destId="{6B8EF2B9-9D44-4B09-8421-4C871BAA1356}" srcOrd="0" destOrd="0" presId="urn:microsoft.com/office/officeart/2005/8/layout/hierarchy2"/>
    <dgm:cxn modelId="{D7D1F28F-F94E-47E2-AEE9-54CB17C15D97}" type="presOf" srcId="{FCBED5BA-D2F2-463B-86B4-CF4432A4464B}" destId="{D0B70CA6-5B05-48BC-A9CE-93483F8EB3B6}" srcOrd="0" destOrd="0" presId="urn:microsoft.com/office/officeart/2005/8/layout/hierarchy2"/>
    <dgm:cxn modelId="{A74CEBA4-DD48-4616-9AB2-E8370E6020B9}" type="presOf" srcId="{977D6D88-A088-4652-B471-ADE243858276}" destId="{6A950AEA-11CE-454B-B7C6-0D8D2C81B376}" srcOrd="0" destOrd="0" presId="urn:microsoft.com/office/officeart/2005/8/layout/hierarchy2"/>
    <dgm:cxn modelId="{D9479D09-A02C-4BCB-AB8B-49689BB5EA51}" type="presOf" srcId="{6CDB0B7C-21CC-42CC-B965-EB9BDD81AB4F}" destId="{F52764D4-F7C8-4BDA-98D0-00EFD5D6585B}" srcOrd="0" destOrd="0" presId="urn:microsoft.com/office/officeart/2005/8/layout/hierarchy2"/>
    <dgm:cxn modelId="{763A8D56-9607-4003-BEAA-92F92C8BA1CB}" type="presOf" srcId="{9BC766C0-EDD2-49B6-B17C-C3D252B7CC57}" destId="{0FB8214E-4447-48F2-9436-C715B1C4B2F2}" srcOrd="0" destOrd="0" presId="urn:microsoft.com/office/officeart/2005/8/layout/hierarchy2"/>
    <dgm:cxn modelId="{35C19E02-813C-472C-AE24-CD573F23D3C3}" srcId="{2DADFDC5-DB7F-4796-9A82-E4708E9BE4AE}" destId="{D57040A0-A10D-41BD-A596-0A9D19529E50}" srcOrd="1" destOrd="0" parTransId="{9BC766C0-EDD2-49B6-B17C-C3D252B7CC57}" sibTransId="{12D6F021-8B5B-4601-BA61-9D8C6CDC689A}"/>
    <dgm:cxn modelId="{65254DE5-B0AA-424D-B1AB-44A7CC2690C5}" type="presOf" srcId="{6960D3C6-7ABD-4EBC-99F7-735EDBF57FAF}" destId="{83833318-61AC-42DF-9800-0041E2D10495}" srcOrd="1" destOrd="0" presId="urn:microsoft.com/office/officeart/2005/8/layout/hierarchy2"/>
    <dgm:cxn modelId="{F6B5D026-05F3-4779-8AA6-D8E90C7BBA72}" type="presOf" srcId="{FCBED5BA-D2F2-463B-86B4-CF4432A4464B}" destId="{34B0C6C5-493F-4296-973D-58ACF5E5468A}" srcOrd="1" destOrd="0" presId="urn:microsoft.com/office/officeart/2005/8/layout/hierarchy2"/>
    <dgm:cxn modelId="{4E0AE361-42C6-46CE-BA04-798DA5338C83}" type="presOf" srcId="{EACB82E0-C9A4-4417-B08A-C77938234161}" destId="{E4B5E381-5E42-4FBC-B05D-77F14E1E664F}" srcOrd="0" destOrd="0" presId="urn:microsoft.com/office/officeart/2005/8/layout/hierarchy2"/>
    <dgm:cxn modelId="{95148147-1B56-4CC2-B005-38679394800A}" srcId="{EACB82E0-C9A4-4417-B08A-C77938234161}" destId="{1BFAE118-D964-46DB-B44E-9E1E4179CE58}" srcOrd="0" destOrd="0" parTransId="{6960D3C6-7ABD-4EBC-99F7-735EDBF57FAF}" sibTransId="{9E678651-3104-4387-9939-17BF0DAB93FD}"/>
    <dgm:cxn modelId="{3D2F5FF6-8A55-4BC6-BA51-772EE3150F48}" srcId="{D3C92E21-35DB-41A0-AA2F-0BC8DDDD46FC}" destId="{DE952955-D097-4D90-AD51-AD549C7B22D8}" srcOrd="0" destOrd="0" parTransId="{796C2164-D8ED-40CD-BC34-75B05FB64192}" sibTransId="{1FEAB687-34C9-442B-A011-0FDE3C0DE0E7}"/>
    <dgm:cxn modelId="{324CD4A6-83B0-46AA-9EC2-189C947F2399}" type="presOf" srcId="{1BFAE118-D964-46DB-B44E-9E1E4179CE58}" destId="{49D27E50-42C1-4AE3-845D-994F646E37A6}" srcOrd="0" destOrd="0" presId="urn:microsoft.com/office/officeart/2005/8/layout/hierarchy2"/>
    <dgm:cxn modelId="{A212DF31-3F4C-4FAB-886F-345714050C2A}" type="presOf" srcId="{532613FE-E3FC-4785-8149-93E1C333BC92}" destId="{13BA1454-A43C-4EE8-AC7F-E4982DFAE9C3}" srcOrd="0" destOrd="0" presId="urn:microsoft.com/office/officeart/2005/8/layout/hierarchy2"/>
    <dgm:cxn modelId="{C525240C-D0D9-4F8B-BA37-0A9BF2EF8090}" type="presParOf" srcId="{A39F2B8C-E0B1-4D5C-991E-E57C0D8FFDED}" destId="{638507E8-4B3F-4A1D-B823-17DA3483ED72}" srcOrd="0" destOrd="0" presId="urn:microsoft.com/office/officeart/2005/8/layout/hierarchy2"/>
    <dgm:cxn modelId="{21EAA666-A03F-486B-8A74-2E4EBAEC79D0}" type="presParOf" srcId="{638507E8-4B3F-4A1D-B823-17DA3483ED72}" destId="{4AAFD149-7EF9-41D5-8C54-4D0C429B84FA}" srcOrd="0" destOrd="0" presId="urn:microsoft.com/office/officeart/2005/8/layout/hierarchy2"/>
    <dgm:cxn modelId="{437314E7-28E5-4272-8565-6D90D25522F4}" type="presParOf" srcId="{638507E8-4B3F-4A1D-B823-17DA3483ED72}" destId="{1377B050-2026-4EC4-83D3-3776E9ED0433}" srcOrd="1" destOrd="0" presId="urn:microsoft.com/office/officeart/2005/8/layout/hierarchy2"/>
    <dgm:cxn modelId="{FCC5DF55-8A97-490F-92FE-9271BECACCE6}" type="presParOf" srcId="{1377B050-2026-4EC4-83D3-3776E9ED0433}" destId="{F52764D4-F7C8-4BDA-98D0-00EFD5D6585B}" srcOrd="0" destOrd="0" presId="urn:microsoft.com/office/officeart/2005/8/layout/hierarchy2"/>
    <dgm:cxn modelId="{42B6193F-FE2A-49AE-9824-7ED48D01522D}" type="presParOf" srcId="{F52764D4-F7C8-4BDA-98D0-00EFD5D6585B}" destId="{A5BA5D27-6F74-4836-9C9E-0CCF7A3A91FC}" srcOrd="0" destOrd="0" presId="urn:microsoft.com/office/officeart/2005/8/layout/hierarchy2"/>
    <dgm:cxn modelId="{0208AD22-3150-49C5-BC00-15CB5466CCC7}" type="presParOf" srcId="{1377B050-2026-4EC4-83D3-3776E9ED0433}" destId="{28E38810-F1DF-4380-AD01-A71DD5E03F2A}" srcOrd="1" destOrd="0" presId="urn:microsoft.com/office/officeart/2005/8/layout/hierarchy2"/>
    <dgm:cxn modelId="{AEEECAC7-DE45-43E5-951E-5E1CE23D0D01}" type="presParOf" srcId="{28E38810-F1DF-4380-AD01-A71DD5E03F2A}" destId="{36AF7362-89B8-4BB5-94CD-AE0AAB787793}" srcOrd="0" destOrd="0" presId="urn:microsoft.com/office/officeart/2005/8/layout/hierarchy2"/>
    <dgm:cxn modelId="{0189478E-39BC-457C-B30E-B02CBA4EEB2D}" type="presParOf" srcId="{28E38810-F1DF-4380-AD01-A71DD5E03F2A}" destId="{7E54A5FF-B3BF-47E6-A9D9-4269E2B788E1}" srcOrd="1" destOrd="0" presId="urn:microsoft.com/office/officeart/2005/8/layout/hierarchy2"/>
    <dgm:cxn modelId="{E8CC82FE-0C19-4CDB-BA05-B11D1AD0B1B8}" type="presParOf" srcId="{7E54A5FF-B3BF-47E6-A9D9-4269E2B788E1}" destId="{10A52F65-C0A1-4213-A785-7B28AA517098}" srcOrd="0" destOrd="0" presId="urn:microsoft.com/office/officeart/2005/8/layout/hierarchy2"/>
    <dgm:cxn modelId="{4ED2D784-3391-4ACB-A9B6-D2CE04B5C425}" type="presParOf" srcId="{10A52F65-C0A1-4213-A785-7B28AA517098}" destId="{1ECD335A-B31B-4BB0-AD25-57CD344A0659}" srcOrd="0" destOrd="0" presId="urn:microsoft.com/office/officeart/2005/8/layout/hierarchy2"/>
    <dgm:cxn modelId="{F100C52B-40FE-43B8-A36E-853C40C836E8}" type="presParOf" srcId="{7E54A5FF-B3BF-47E6-A9D9-4269E2B788E1}" destId="{91548D25-251D-4D3F-AA96-87A90C12490A}" srcOrd="1" destOrd="0" presId="urn:microsoft.com/office/officeart/2005/8/layout/hierarchy2"/>
    <dgm:cxn modelId="{B1A6807C-087F-403F-B6B6-9CAB6D1647FC}" type="presParOf" srcId="{91548D25-251D-4D3F-AA96-87A90C12490A}" destId="{6B8EF2B9-9D44-4B09-8421-4C871BAA1356}" srcOrd="0" destOrd="0" presId="urn:microsoft.com/office/officeart/2005/8/layout/hierarchy2"/>
    <dgm:cxn modelId="{CBB294B5-61B4-4DB0-9903-3D6C25DCCF84}" type="presParOf" srcId="{91548D25-251D-4D3F-AA96-87A90C12490A}" destId="{EC5AE81E-2398-4866-869F-F988E2CCC4AA}" srcOrd="1" destOrd="0" presId="urn:microsoft.com/office/officeart/2005/8/layout/hierarchy2"/>
    <dgm:cxn modelId="{CCEF3ED3-30A3-4E2F-8CB3-769F84D271B8}" type="presParOf" srcId="{1377B050-2026-4EC4-83D3-3776E9ED0433}" destId="{0FB8214E-4447-48F2-9436-C715B1C4B2F2}" srcOrd="2" destOrd="0" presId="urn:microsoft.com/office/officeart/2005/8/layout/hierarchy2"/>
    <dgm:cxn modelId="{BB0BF1A0-637B-4809-940A-AC845A9658E5}" type="presParOf" srcId="{0FB8214E-4447-48F2-9436-C715B1C4B2F2}" destId="{BB1F9109-E97D-4193-8DB2-F4E299461B35}" srcOrd="0" destOrd="0" presId="urn:microsoft.com/office/officeart/2005/8/layout/hierarchy2"/>
    <dgm:cxn modelId="{77258962-66AD-48D4-85DB-AB0D74F0DF5C}" type="presParOf" srcId="{1377B050-2026-4EC4-83D3-3776E9ED0433}" destId="{E08E66D6-5EC8-4295-AC43-9C375E8B95B6}" srcOrd="3" destOrd="0" presId="urn:microsoft.com/office/officeart/2005/8/layout/hierarchy2"/>
    <dgm:cxn modelId="{34F101AB-E8FF-4BB7-A537-7E3FDEC5A08D}" type="presParOf" srcId="{E08E66D6-5EC8-4295-AC43-9C375E8B95B6}" destId="{4027B9DD-6DC8-4F62-8ABC-C7797BD257A7}" srcOrd="0" destOrd="0" presId="urn:microsoft.com/office/officeart/2005/8/layout/hierarchy2"/>
    <dgm:cxn modelId="{2DF0E8AD-FFDE-41AC-A4DD-160DCA1DC425}" type="presParOf" srcId="{E08E66D6-5EC8-4295-AC43-9C375E8B95B6}" destId="{997BA499-470B-48C9-82F3-0C02BD8F52AB}" srcOrd="1" destOrd="0" presId="urn:microsoft.com/office/officeart/2005/8/layout/hierarchy2"/>
    <dgm:cxn modelId="{804B3D49-2D3E-4592-BE91-399244141AE8}" type="presParOf" srcId="{997BA499-470B-48C9-82F3-0C02BD8F52AB}" destId="{13BA1454-A43C-4EE8-AC7F-E4982DFAE9C3}" srcOrd="0" destOrd="0" presId="urn:microsoft.com/office/officeart/2005/8/layout/hierarchy2"/>
    <dgm:cxn modelId="{C4420570-42F8-443D-9FE0-9C6E45FF5777}" type="presParOf" srcId="{13BA1454-A43C-4EE8-AC7F-E4982DFAE9C3}" destId="{17522B96-084B-4A28-AE6B-860D5BAFD125}" srcOrd="0" destOrd="0" presId="urn:microsoft.com/office/officeart/2005/8/layout/hierarchy2"/>
    <dgm:cxn modelId="{CB67FA7E-17CE-46D5-B700-882BAF69DC7B}" type="presParOf" srcId="{997BA499-470B-48C9-82F3-0C02BD8F52AB}" destId="{5BA7D6B9-DABF-47EC-B2EF-48CDA5726284}" srcOrd="1" destOrd="0" presId="urn:microsoft.com/office/officeart/2005/8/layout/hierarchy2"/>
    <dgm:cxn modelId="{A9DE2078-70F6-4EDB-B173-58D68DBB2B74}" type="presParOf" srcId="{5BA7D6B9-DABF-47EC-B2EF-48CDA5726284}" destId="{6A950AEA-11CE-454B-B7C6-0D8D2C81B376}" srcOrd="0" destOrd="0" presId="urn:microsoft.com/office/officeart/2005/8/layout/hierarchy2"/>
    <dgm:cxn modelId="{12610CFC-6ED1-4AB3-B91F-26164E04B4E8}" type="presParOf" srcId="{5BA7D6B9-DABF-47EC-B2EF-48CDA5726284}" destId="{1C23B473-C62E-4EEF-A54B-DD04A5EBFC8B}" srcOrd="1" destOrd="0" presId="urn:microsoft.com/office/officeart/2005/8/layout/hierarchy2"/>
    <dgm:cxn modelId="{A549B402-1DA3-4C7C-AB68-7CBDB9B416DF}" type="presParOf" srcId="{1377B050-2026-4EC4-83D3-3776E9ED0433}" destId="{6F1C1197-AE68-4A2C-AA1A-EB29E540DBF1}" srcOrd="4" destOrd="0" presId="urn:microsoft.com/office/officeart/2005/8/layout/hierarchy2"/>
    <dgm:cxn modelId="{DA058BE8-05AD-468B-BEE4-98593FCCADE6}" type="presParOf" srcId="{6F1C1197-AE68-4A2C-AA1A-EB29E540DBF1}" destId="{CDEF2FC9-D51B-4A3B-A6B1-6AC1E3A569C2}" srcOrd="0" destOrd="0" presId="urn:microsoft.com/office/officeart/2005/8/layout/hierarchy2"/>
    <dgm:cxn modelId="{BB147C1A-ED00-4989-AE3F-A9A2FB510972}" type="presParOf" srcId="{1377B050-2026-4EC4-83D3-3776E9ED0433}" destId="{CBAB6796-4352-4517-87CF-962EA6D16DA3}" srcOrd="5" destOrd="0" presId="urn:microsoft.com/office/officeart/2005/8/layout/hierarchy2"/>
    <dgm:cxn modelId="{20FDAEA5-2ACC-4710-936A-67D65D81D588}" type="presParOf" srcId="{CBAB6796-4352-4517-87CF-962EA6D16DA3}" destId="{F2E35EA9-0545-4045-A865-B88A64D10A9D}" srcOrd="0" destOrd="0" presId="urn:microsoft.com/office/officeart/2005/8/layout/hierarchy2"/>
    <dgm:cxn modelId="{57773CED-9846-41AB-B547-679C73C17D67}" type="presParOf" srcId="{CBAB6796-4352-4517-87CF-962EA6D16DA3}" destId="{1201497B-8EF3-451D-8BCA-4F17CE38E43F}" srcOrd="1" destOrd="0" presId="urn:microsoft.com/office/officeart/2005/8/layout/hierarchy2"/>
    <dgm:cxn modelId="{417B17B2-B3D6-45C2-AAD5-73D199510B1B}" type="presParOf" srcId="{1201497B-8EF3-451D-8BCA-4F17CE38E43F}" destId="{D0B70CA6-5B05-48BC-A9CE-93483F8EB3B6}" srcOrd="0" destOrd="0" presId="urn:microsoft.com/office/officeart/2005/8/layout/hierarchy2"/>
    <dgm:cxn modelId="{B6781632-5C49-4505-AA87-FEBF56B641AF}" type="presParOf" srcId="{D0B70CA6-5B05-48BC-A9CE-93483F8EB3B6}" destId="{34B0C6C5-493F-4296-973D-58ACF5E5468A}" srcOrd="0" destOrd="0" presId="urn:microsoft.com/office/officeart/2005/8/layout/hierarchy2"/>
    <dgm:cxn modelId="{A9216CB8-31E6-4560-AA28-4CBA75944882}" type="presParOf" srcId="{1201497B-8EF3-451D-8BCA-4F17CE38E43F}" destId="{94EA09AE-E099-46F5-B6BF-975A64747288}" srcOrd="1" destOrd="0" presId="urn:microsoft.com/office/officeart/2005/8/layout/hierarchy2"/>
    <dgm:cxn modelId="{BC2D2281-AD01-48F3-BC73-1A9DD37DC4BC}" type="presParOf" srcId="{94EA09AE-E099-46F5-B6BF-975A64747288}" destId="{DBDB3C32-288C-4225-A2BD-84A9475A935C}" srcOrd="0" destOrd="0" presId="urn:microsoft.com/office/officeart/2005/8/layout/hierarchy2"/>
    <dgm:cxn modelId="{6CBFA6AE-CB5B-4FEA-9420-DAC3B109E282}" type="presParOf" srcId="{94EA09AE-E099-46F5-B6BF-975A64747288}" destId="{0BD05AB5-EE3C-4C01-89BE-8CC6752C4AFA}" srcOrd="1" destOrd="0" presId="urn:microsoft.com/office/officeart/2005/8/layout/hierarchy2"/>
    <dgm:cxn modelId="{AB0B3903-2AA2-478C-8EC8-36143260C6D1}" type="presParOf" srcId="{1377B050-2026-4EC4-83D3-3776E9ED0433}" destId="{2588502C-A4EA-4D57-B229-E1EF23B987AF}" srcOrd="6" destOrd="0" presId="urn:microsoft.com/office/officeart/2005/8/layout/hierarchy2"/>
    <dgm:cxn modelId="{EBA0B202-575C-4CD4-8A2A-F89BC929BB37}" type="presParOf" srcId="{2588502C-A4EA-4D57-B229-E1EF23B987AF}" destId="{99050CA2-AB6B-4EA7-8BA4-5B4D734635A8}" srcOrd="0" destOrd="0" presId="urn:microsoft.com/office/officeart/2005/8/layout/hierarchy2"/>
    <dgm:cxn modelId="{258535A0-C164-4990-BC0D-EC0F0812843C}" type="presParOf" srcId="{1377B050-2026-4EC4-83D3-3776E9ED0433}" destId="{3DBC0148-3FB3-441F-AAE8-5F8E3C5A252B}" srcOrd="7" destOrd="0" presId="urn:microsoft.com/office/officeart/2005/8/layout/hierarchy2"/>
    <dgm:cxn modelId="{F484A4E2-C391-4436-8050-8F8C132C3A13}" type="presParOf" srcId="{3DBC0148-3FB3-441F-AAE8-5F8E3C5A252B}" destId="{E4B5E381-5E42-4FBC-B05D-77F14E1E664F}" srcOrd="0" destOrd="0" presId="urn:microsoft.com/office/officeart/2005/8/layout/hierarchy2"/>
    <dgm:cxn modelId="{370E0A5E-293A-496B-8E59-1E41D421150B}" type="presParOf" srcId="{3DBC0148-3FB3-441F-AAE8-5F8E3C5A252B}" destId="{F40D82D3-7697-43D3-9217-0FA1D4CB5293}" srcOrd="1" destOrd="0" presId="urn:microsoft.com/office/officeart/2005/8/layout/hierarchy2"/>
    <dgm:cxn modelId="{A631D109-4B0A-498D-BE47-D2D23310CDB4}" type="presParOf" srcId="{F40D82D3-7697-43D3-9217-0FA1D4CB5293}" destId="{F03EFC09-981D-470D-B398-4488F3818115}" srcOrd="0" destOrd="0" presId="urn:microsoft.com/office/officeart/2005/8/layout/hierarchy2"/>
    <dgm:cxn modelId="{ADD958FE-D9DF-42DD-AD39-C4129FC55704}" type="presParOf" srcId="{F03EFC09-981D-470D-B398-4488F3818115}" destId="{83833318-61AC-42DF-9800-0041E2D10495}" srcOrd="0" destOrd="0" presId="urn:microsoft.com/office/officeart/2005/8/layout/hierarchy2"/>
    <dgm:cxn modelId="{4A7D085B-D855-4026-87B8-244E370273DB}" type="presParOf" srcId="{F40D82D3-7697-43D3-9217-0FA1D4CB5293}" destId="{4557CF19-5051-4CC7-B380-3FDED244031E}" srcOrd="1" destOrd="0" presId="urn:microsoft.com/office/officeart/2005/8/layout/hierarchy2"/>
    <dgm:cxn modelId="{92F83448-9E16-4B77-963E-8B9E90F607E8}" type="presParOf" srcId="{4557CF19-5051-4CC7-B380-3FDED244031E}" destId="{49D27E50-42C1-4AE3-845D-994F646E37A6}" srcOrd="0" destOrd="0" presId="urn:microsoft.com/office/officeart/2005/8/layout/hierarchy2"/>
    <dgm:cxn modelId="{2DB769DB-BD87-49FB-83CA-58D6DAD46561}" type="presParOf" srcId="{4557CF19-5051-4CC7-B380-3FDED244031E}" destId="{886D6ABA-1C75-47D1-8672-705B6FE4277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AFD149-7EF9-41D5-8C54-4D0C429B84FA}">
      <dsp:nvSpPr>
        <dsp:cNvPr id="0" name=""/>
        <dsp:cNvSpPr/>
      </dsp:nvSpPr>
      <dsp:spPr>
        <a:xfrm>
          <a:off x="493329" y="1263100"/>
          <a:ext cx="1463542" cy="7317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/>
            <a:t>OpenAIClient</a:t>
          </a:r>
          <a:endParaRPr lang="en-IN" sz="2000" kern="1200" dirty="0"/>
        </a:p>
      </dsp:txBody>
      <dsp:txXfrm>
        <a:off x="514762" y="1284533"/>
        <a:ext cx="1420676" cy="688905"/>
      </dsp:txXfrm>
    </dsp:sp>
    <dsp:sp modelId="{F52764D4-F7C8-4BDA-98D0-00EFD5D6585B}">
      <dsp:nvSpPr>
        <dsp:cNvPr id="0" name=""/>
        <dsp:cNvSpPr/>
      </dsp:nvSpPr>
      <dsp:spPr>
        <a:xfrm rot="17692822">
          <a:off x="1553856" y="977618"/>
          <a:ext cx="1391448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391448" y="2021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2214794" y="963047"/>
        <a:ext cx="69572" cy="69572"/>
      </dsp:txXfrm>
    </dsp:sp>
    <dsp:sp modelId="{36AF7362-89B8-4BB5-94CD-AE0AAB787793}">
      <dsp:nvSpPr>
        <dsp:cNvPr id="0" name=""/>
        <dsp:cNvSpPr/>
      </dsp:nvSpPr>
      <dsp:spPr>
        <a:xfrm>
          <a:off x="2542288" y="795"/>
          <a:ext cx="1463542" cy="7317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Images</a:t>
          </a:r>
          <a:endParaRPr lang="en-IN" sz="2000" kern="1200" dirty="0"/>
        </a:p>
      </dsp:txBody>
      <dsp:txXfrm>
        <a:off x="2563721" y="22228"/>
        <a:ext cx="1420676" cy="688905"/>
      </dsp:txXfrm>
    </dsp:sp>
    <dsp:sp modelId="{10A52F65-C0A1-4213-A785-7B28AA517098}">
      <dsp:nvSpPr>
        <dsp:cNvPr id="0" name=""/>
        <dsp:cNvSpPr/>
      </dsp:nvSpPr>
      <dsp:spPr>
        <a:xfrm>
          <a:off x="4005831" y="346466"/>
          <a:ext cx="585417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585417" y="20214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4283904" y="352045"/>
        <a:ext cx="29270" cy="29270"/>
      </dsp:txXfrm>
    </dsp:sp>
    <dsp:sp modelId="{6B8EF2B9-9D44-4B09-8421-4C871BAA1356}">
      <dsp:nvSpPr>
        <dsp:cNvPr id="0" name=""/>
        <dsp:cNvSpPr/>
      </dsp:nvSpPr>
      <dsp:spPr>
        <a:xfrm>
          <a:off x="4591248" y="795"/>
          <a:ext cx="1463542" cy="7317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Image Analysis</a:t>
          </a:r>
          <a:endParaRPr lang="en-IN" sz="2000" kern="1200" dirty="0"/>
        </a:p>
      </dsp:txBody>
      <dsp:txXfrm>
        <a:off x="4612681" y="22228"/>
        <a:ext cx="1420676" cy="688905"/>
      </dsp:txXfrm>
    </dsp:sp>
    <dsp:sp modelId="{0FB8214E-4447-48F2-9436-C715B1C4B2F2}">
      <dsp:nvSpPr>
        <dsp:cNvPr id="0" name=""/>
        <dsp:cNvSpPr/>
      </dsp:nvSpPr>
      <dsp:spPr>
        <a:xfrm rot="19457599">
          <a:off x="1889108" y="1398387"/>
          <a:ext cx="720943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720943" y="2021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2231556" y="1400578"/>
        <a:ext cx="36047" cy="36047"/>
      </dsp:txXfrm>
    </dsp:sp>
    <dsp:sp modelId="{4027B9DD-6DC8-4F62-8ABC-C7797BD257A7}">
      <dsp:nvSpPr>
        <dsp:cNvPr id="0" name=""/>
        <dsp:cNvSpPr/>
      </dsp:nvSpPr>
      <dsp:spPr>
        <a:xfrm>
          <a:off x="2542288" y="842332"/>
          <a:ext cx="1463542" cy="7317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/>
            <a:t>Responses</a:t>
          </a:r>
          <a:endParaRPr lang="en-IN" sz="2000" kern="1200" dirty="0"/>
        </a:p>
      </dsp:txBody>
      <dsp:txXfrm>
        <a:off x="2563721" y="863765"/>
        <a:ext cx="1420676" cy="688905"/>
      </dsp:txXfrm>
    </dsp:sp>
    <dsp:sp modelId="{13BA1454-A43C-4EE8-AC7F-E4982DFAE9C3}">
      <dsp:nvSpPr>
        <dsp:cNvPr id="0" name=""/>
        <dsp:cNvSpPr/>
      </dsp:nvSpPr>
      <dsp:spPr>
        <a:xfrm>
          <a:off x="4005831" y="1188003"/>
          <a:ext cx="585417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585417" y="20214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4283904" y="1193582"/>
        <a:ext cx="29270" cy="29270"/>
      </dsp:txXfrm>
    </dsp:sp>
    <dsp:sp modelId="{6A950AEA-11CE-454B-B7C6-0D8D2C81B376}">
      <dsp:nvSpPr>
        <dsp:cNvPr id="0" name=""/>
        <dsp:cNvSpPr/>
      </dsp:nvSpPr>
      <dsp:spPr>
        <a:xfrm>
          <a:off x="4591248" y="842332"/>
          <a:ext cx="1463542" cy="7317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LLM Calls</a:t>
          </a:r>
          <a:endParaRPr lang="en-IN" sz="2000" kern="1200" dirty="0"/>
        </a:p>
      </dsp:txBody>
      <dsp:txXfrm>
        <a:off x="4612681" y="863765"/>
        <a:ext cx="1420676" cy="688905"/>
      </dsp:txXfrm>
    </dsp:sp>
    <dsp:sp modelId="{6F1C1197-AE68-4A2C-AA1A-EB29E540DBF1}">
      <dsp:nvSpPr>
        <dsp:cNvPr id="0" name=""/>
        <dsp:cNvSpPr/>
      </dsp:nvSpPr>
      <dsp:spPr>
        <a:xfrm rot="2142401">
          <a:off x="1889108" y="1819155"/>
          <a:ext cx="720943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720943" y="2021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2231556" y="1821347"/>
        <a:ext cx="36047" cy="36047"/>
      </dsp:txXfrm>
    </dsp:sp>
    <dsp:sp modelId="{F2E35EA9-0545-4045-A865-B88A64D10A9D}">
      <dsp:nvSpPr>
        <dsp:cNvPr id="0" name=""/>
        <dsp:cNvSpPr/>
      </dsp:nvSpPr>
      <dsp:spPr>
        <a:xfrm>
          <a:off x="2542288" y="1683869"/>
          <a:ext cx="1463542" cy="7317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err="1" smtClean="0"/>
            <a:t>Embeddings</a:t>
          </a:r>
          <a:endParaRPr lang="en-IN" sz="2000" kern="1200" dirty="0"/>
        </a:p>
      </dsp:txBody>
      <dsp:txXfrm>
        <a:off x="2563721" y="1705302"/>
        <a:ext cx="1420676" cy="688905"/>
      </dsp:txXfrm>
    </dsp:sp>
    <dsp:sp modelId="{D0B70CA6-5B05-48BC-A9CE-93483F8EB3B6}">
      <dsp:nvSpPr>
        <dsp:cNvPr id="0" name=""/>
        <dsp:cNvSpPr/>
      </dsp:nvSpPr>
      <dsp:spPr>
        <a:xfrm>
          <a:off x="4005831" y="2029540"/>
          <a:ext cx="585417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585417" y="20214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4283904" y="2035119"/>
        <a:ext cx="29270" cy="29270"/>
      </dsp:txXfrm>
    </dsp:sp>
    <dsp:sp modelId="{DBDB3C32-288C-4225-A2BD-84A9475A935C}">
      <dsp:nvSpPr>
        <dsp:cNvPr id="0" name=""/>
        <dsp:cNvSpPr/>
      </dsp:nvSpPr>
      <dsp:spPr>
        <a:xfrm>
          <a:off x="4591248" y="1683869"/>
          <a:ext cx="1463542" cy="7317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Vector DB</a:t>
          </a:r>
          <a:endParaRPr lang="en-IN" sz="2000" kern="1200" dirty="0"/>
        </a:p>
      </dsp:txBody>
      <dsp:txXfrm>
        <a:off x="4612681" y="1705302"/>
        <a:ext cx="1420676" cy="688905"/>
      </dsp:txXfrm>
    </dsp:sp>
    <dsp:sp modelId="{2588502C-A4EA-4D57-B229-E1EF23B987AF}">
      <dsp:nvSpPr>
        <dsp:cNvPr id="0" name=""/>
        <dsp:cNvSpPr/>
      </dsp:nvSpPr>
      <dsp:spPr>
        <a:xfrm rot="3907178">
          <a:off x="1553856" y="2239924"/>
          <a:ext cx="1391448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391448" y="2021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2214794" y="2225353"/>
        <a:ext cx="69572" cy="69572"/>
      </dsp:txXfrm>
    </dsp:sp>
    <dsp:sp modelId="{E4B5E381-5E42-4FBC-B05D-77F14E1E664F}">
      <dsp:nvSpPr>
        <dsp:cNvPr id="0" name=""/>
        <dsp:cNvSpPr/>
      </dsp:nvSpPr>
      <dsp:spPr>
        <a:xfrm>
          <a:off x="2542288" y="2525406"/>
          <a:ext cx="1463542" cy="7317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/>
            <a:t>Audio</a:t>
          </a:r>
          <a:endParaRPr lang="en-IN" sz="2000" kern="1200" dirty="0"/>
        </a:p>
      </dsp:txBody>
      <dsp:txXfrm>
        <a:off x="2563721" y="2546839"/>
        <a:ext cx="1420676" cy="688905"/>
      </dsp:txXfrm>
    </dsp:sp>
    <dsp:sp modelId="{F03EFC09-981D-470D-B398-4488F3818115}">
      <dsp:nvSpPr>
        <dsp:cNvPr id="0" name=""/>
        <dsp:cNvSpPr/>
      </dsp:nvSpPr>
      <dsp:spPr>
        <a:xfrm>
          <a:off x="4005831" y="2871077"/>
          <a:ext cx="585417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585417" y="20214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4283904" y="2876656"/>
        <a:ext cx="29270" cy="29270"/>
      </dsp:txXfrm>
    </dsp:sp>
    <dsp:sp modelId="{49D27E50-42C1-4AE3-845D-994F646E37A6}">
      <dsp:nvSpPr>
        <dsp:cNvPr id="0" name=""/>
        <dsp:cNvSpPr/>
      </dsp:nvSpPr>
      <dsp:spPr>
        <a:xfrm>
          <a:off x="4591248" y="2525406"/>
          <a:ext cx="1463542" cy="7317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/>
            <a:t>AudioBot</a:t>
          </a:r>
          <a:endParaRPr lang="en-IN" sz="2000" kern="1200" dirty="0"/>
        </a:p>
      </dsp:txBody>
      <dsp:txXfrm>
        <a:off x="4612681" y="2546839"/>
        <a:ext cx="1420676" cy="6889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09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725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716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4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97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200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070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62967BC-126F-4822-9086-14CEAD50BE3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853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923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884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377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62967BC-126F-4822-9086-14CEAD50BE3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032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openai.com/api/reference/resources/cha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openai.com/api/reference/resources/cha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openai.com/api/reference/responses/overview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evelopers.openai.com/api/docs/guides/migrate-to-response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749024"/>
          </a:xfrm>
        </p:spPr>
        <p:txBody>
          <a:bodyPr>
            <a:normAutofit/>
          </a:bodyPr>
          <a:lstStyle/>
          <a:p>
            <a:r>
              <a:rPr lang="en-IN" sz="4400" b="1" dirty="0" smtClean="0"/>
              <a:t>Multiple Ways to Communicate With </a:t>
            </a:r>
            <a:r>
              <a:rPr lang="en-IN" sz="4400" b="1" dirty="0" err="1" smtClean="0"/>
              <a:t>OpenAI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3530154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Multiple ways to </a:t>
            </a:r>
            <a:r>
              <a:rPr lang="en-US" b="1" dirty="0" err="1" smtClean="0"/>
              <a:t>Communiate</a:t>
            </a:r>
            <a:r>
              <a:rPr lang="en-US" b="1" dirty="0" smtClean="0"/>
              <a:t> to </a:t>
            </a:r>
            <a:r>
              <a:rPr lang="en-US" b="1" dirty="0" err="1" smtClean="0"/>
              <a:t>OpenAI</a:t>
            </a:r>
            <a:r>
              <a:rPr lang="en-US" b="1" dirty="0" smtClean="0"/>
              <a:t> with C#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Direct HTTP Call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Chat Client -&gt;  </a:t>
            </a:r>
            <a:r>
              <a:rPr lang="en-US" dirty="0" err="1" smtClean="0"/>
              <a:t>ChatCompletionAPI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 smtClean="0"/>
              <a:t>ReponseCleint</a:t>
            </a:r>
            <a:r>
              <a:rPr lang="en-US" dirty="0" smtClean="0"/>
              <a:t> -&gt; </a:t>
            </a:r>
            <a:r>
              <a:rPr lang="en-US" dirty="0" err="1" smtClean="0"/>
              <a:t>ReponseAPI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 smtClean="0"/>
              <a:t>OpenAIClient</a:t>
            </a:r>
            <a:r>
              <a:rPr lang="en-US" dirty="0" smtClean="0"/>
              <a:t> -&gt; Parent Client</a:t>
            </a:r>
            <a:endParaRPr lang="en-IN" dirty="0"/>
          </a:p>
        </p:txBody>
      </p:sp>
      <p:sp>
        <p:nvSpPr>
          <p:cNvPr id="5" name="Right Arrow 4"/>
          <p:cNvSpPr/>
          <p:nvPr/>
        </p:nvSpPr>
        <p:spPr>
          <a:xfrm>
            <a:off x="217063" y="1272851"/>
            <a:ext cx="623843" cy="5214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323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Direct HTTP Call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Complexity - High</a:t>
            </a:r>
          </a:p>
          <a:p>
            <a:r>
              <a:rPr lang="en-US" dirty="0" smtClean="0"/>
              <a:t>a. Need to manage URL’s</a:t>
            </a:r>
          </a:p>
          <a:p>
            <a:r>
              <a:rPr lang="en-US" dirty="0" smtClean="0"/>
              <a:t>b. Need to create and pass Http parameters carefully.</a:t>
            </a:r>
          </a:p>
          <a:p>
            <a:r>
              <a:rPr lang="en-US" dirty="0" smtClean="0"/>
              <a:t>c. need to take care of </a:t>
            </a:r>
            <a:r>
              <a:rPr lang="en-US" dirty="0" err="1" smtClean="0"/>
              <a:t>reponse</a:t>
            </a:r>
            <a:r>
              <a:rPr lang="en-US" dirty="0" smtClean="0"/>
              <a:t> JSON in raw format</a:t>
            </a:r>
          </a:p>
          <a:p>
            <a:r>
              <a:rPr lang="en-US" dirty="0" smtClean="0"/>
              <a:t>d. Better for Internal working knowledge.</a:t>
            </a:r>
          </a:p>
          <a:p>
            <a:r>
              <a:rPr lang="en-US" dirty="0" smtClean="0"/>
              <a:t>e. No need to worry about SDK versions.</a:t>
            </a:r>
          </a:p>
          <a:p>
            <a:r>
              <a:rPr lang="en-US" dirty="0" smtClean="0"/>
              <a:t>e . Full control on</a:t>
            </a:r>
          </a:p>
          <a:p>
            <a:r>
              <a:rPr lang="en-US" dirty="0" smtClean="0"/>
              <a:t> </a:t>
            </a:r>
            <a:r>
              <a:rPr lang="en-US" sz="1400" dirty="0" smtClean="0"/>
              <a:t>Headers</a:t>
            </a:r>
          </a:p>
          <a:p>
            <a:r>
              <a:rPr lang="en-US" sz="1400" dirty="0" smtClean="0"/>
              <a:t>Timeout</a:t>
            </a:r>
          </a:p>
          <a:p>
            <a:r>
              <a:rPr lang="en-US" sz="1400" dirty="0" err="1" smtClean="0"/>
              <a:t>CancellationRetries</a:t>
            </a:r>
            <a:endParaRPr lang="en-US" sz="1400" dirty="0" smtClean="0"/>
          </a:p>
        </p:txBody>
      </p:sp>
      <p:sp>
        <p:nvSpPr>
          <p:cNvPr id="7" name="Right Arrow 6"/>
          <p:cNvSpPr/>
          <p:nvPr/>
        </p:nvSpPr>
        <p:spPr>
          <a:xfrm>
            <a:off x="204387" y="1011981"/>
            <a:ext cx="623843" cy="5214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6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67079"/>
          </a:xfrm>
        </p:spPr>
        <p:txBody>
          <a:bodyPr/>
          <a:lstStyle/>
          <a:p>
            <a:r>
              <a:rPr lang="en-IN" b="1" dirty="0" smtClean="0"/>
              <a:t>Chat </a:t>
            </a:r>
            <a:r>
              <a:rPr lang="en-IN" dirty="0"/>
              <a:t>Completions</a:t>
            </a:r>
            <a:r>
              <a:rPr lang="en-IN" b="1" dirty="0" smtClean="0"/>
              <a:t>	</a:t>
            </a:r>
            <a:endParaRPr lang="en-IN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290256"/>
            <a:ext cx="10058400" cy="4854169"/>
          </a:xfrm>
        </p:spPr>
        <p:txBody>
          <a:bodyPr>
            <a:normAutofit fontScale="92500" lnSpcReduction="1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lang="en-US" dirty="0" smtClean="0"/>
              <a:t>pecifically </a:t>
            </a:r>
            <a:r>
              <a:rPr lang="en-US" dirty="0"/>
              <a:t>communicates with Chat Completions API</a:t>
            </a:r>
            <a:endParaRPr 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Classes -&gt;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IN" dirty="0" err="1" smtClean="0"/>
              <a:t>ChatClient</a:t>
            </a:r>
            <a:r>
              <a:rPr lang="en-IN" dirty="0" smtClean="0"/>
              <a:t>  for Client 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IN" dirty="0" err="1" smtClean="0"/>
              <a:t>ChatCompletion</a:t>
            </a:r>
            <a:r>
              <a:rPr lang="en-IN" dirty="0" smtClean="0"/>
              <a:t>  for </a:t>
            </a:r>
            <a:r>
              <a:rPr lang="en-IN" dirty="0" err="1" smtClean="0"/>
              <a:t>reponse</a:t>
            </a:r>
            <a:endParaRPr lang="en-IN" dirty="0" smtClean="0"/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dirty="0" smtClean="0"/>
              <a:t>Open AI URL -&gt; </a:t>
            </a:r>
            <a:r>
              <a:rPr lang="en-IN" dirty="0">
                <a:hlinkClick r:id="rId2"/>
              </a:rPr>
              <a:t>Chat | </a:t>
            </a:r>
            <a:r>
              <a:rPr lang="en-IN" dirty="0" err="1">
                <a:hlinkClick r:id="rId2"/>
              </a:rPr>
              <a:t>OpenAI</a:t>
            </a:r>
            <a:r>
              <a:rPr lang="en-IN" dirty="0">
                <a:hlinkClick r:id="rId2"/>
              </a:rPr>
              <a:t> API </a:t>
            </a:r>
            <a:r>
              <a:rPr lang="en-IN" dirty="0" smtClean="0">
                <a:hlinkClick r:id="rId2"/>
              </a:rPr>
              <a:t>Reference</a:t>
            </a:r>
            <a:endParaRPr lang="en-IN" dirty="0" smtClean="0"/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dirty="0" smtClean="0"/>
              <a:t>Simple Chat Bot Text based</a:t>
            </a:r>
            <a:endParaRPr lang="en-IN" dirty="0" smtClean="0"/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dirty="0"/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dirty="0" smtClean="0"/>
              <a:t>Code</a:t>
            </a:r>
          </a:p>
          <a:p>
            <a:r>
              <a:rPr lang="en-IN" sz="1400" dirty="0"/>
              <a:t> </a:t>
            </a:r>
            <a:r>
              <a:rPr lang="en-IN" sz="1400" dirty="0" err="1"/>
              <a:t>ChatClient</a:t>
            </a:r>
            <a:r>
              <a:rPr lang="en-IN" sz="1400" dirty="0"/>
              <a:t> client = new(</a:t>
            </a:r>
          </a:p>
          <a:p>
            <a:r>
              <a:rPr lang="en-IN" sz="1400" dirty="0"/>
              <a:t>      model: "gpt-4o-mini",</a:t>
            </a:r>
          </a:p>
          <a:p>
            <a:r>
              <a:rPr lang="en-IN" sz="1400" dirty="0"/>
              <a:t>      </a:t>
            </a:r>
            <a:r>
              <a:rPr lang="en-IN" sz="1400" dirty="0" err="1"/>
              <a:t>apiKey</a:t>
            </a:r>
            <a:r>
              <a:rPr lang="en-IN" sz="1400" dirty="0"/>
              <a:t>: </a:t>
            </a:r>
            <a:r>
              <a:rPr lang="en-IN" sz="1400" dirty="0" err="1"/>
              <a:t>apiKey</a:t>
            </a:r>
            <a:r>
              <a:rPr lang="en-IN" sz="1400" dirty="0" smtClean="0"/>
              <a:t>);</a:t>
            </a:r>
          </a:p>
          <a:p>
            <a:r>
              <a:rPr lang="en-US" sz="1400" dirty="0" smtClean="0"/>
              <a:t>4. </a:t>
            </a:r>
            <a:r>
              <a:rPr lang="en-US" sz="1400" dirty="0" err="1" smtClean="0"/>
              <a:t>Reponse</a:t>
            </a:r>
            <a:endParaRPr lang="en-US" sz="1400" dirty="0" smtClean="0"/>
          </a:p>
          <a:p>
            <a:r>
              <a:rPr lang="en-IN" sz="1400" dirty="0"/>
              <a:t> </a:t>
            </a:r>
            <a:r>
              <a:rPr lang="en-IN" sz="1400" dirty="0" err="1"/>
              <a:t>ChatCompletion</a:t>
            </a:r>
            <a:r>
              <a:rPr lang="en-IN" sz="1400" dirty="0"/>
              <a:t> completion =</a:t>
            </a:r>
          </a:p>
          <a:p>
            <a:r>
              <a:rPr lang="en-IN" sz="1400" dirty="0"/>
              <a:t>       await </a:t>
            </a:r>
            <a:r>
              <a:rPr lang="en-IN" sz="1400" dirty="0" err="1"/>
              <a:t>client.CompleteChatAsync</a:t>
            </a:r>
            <a:r>
              <a:rPr lang="en-IN" sz="1400" dirty="0"/>
              <a:t>(messages);</a:t>
            </a:r>
            <a:endParaRPr lang="en-IN" sz="1400" dirty="0" smtClean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473437" y="1290256"/>
            <a:ext cx="357143" cy="2781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179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67079"/>
          </a:xfrm>
        </p:spPr>
        <p:txBody>
          <a:bodyPr/>
          <a:lstStyle/>
          <a:p>
            <a:r>
              <a:rPr lang="en-IN" b="1" dirty="0" err="1" smtClean="0"/>
              <a:t>ResponsesClient</a:t>
            </a:r>
            <a:r>
              <a:rPr lang="en-IN" b="1" dirty="0" smtClean="0"/>
              <a:t>	</a:t>
            </a:r>
            <a:endParaRPr lang="en-IN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290256"/>
            <a:ext cx="10058400" cy="4854169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lang="en-US" dirty="0" smtClean="0"/>
              <a:t>pecifically </a:t>
            </a:r>
            <a:r>
              <a:rPr lang="en-US" dirty="0"/>
              <a:t>communicates with Responses API</a:t>
            </a:r>
            <a:endParaRPr 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Classes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-&gt;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IN" dirty="0" err="1" smtClean="0"/>
              <a:t>ResponsesClient</a:t>
            </a:r>
            <a:r>
              <a:rPr lang="en-IN" dirty="0" smtClean="0"/>
              <a:t> for Client 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IN" dirty="0" err="1" smtClean="0"/>
              <a:t>ResponseResult</a:t>
            </a:r>
            <a:r>
              <a:rPr lang="en-IN" dirty="0" smtClean="0"/>
              <a:t> for </a:t>
            </a:r>
            <a:r>
              <a:rPr lang="en-IN" dirty="0" err="1" smtClean="0"/>
              <a:t>reponse</a:t>
            </a:r>
            <a:endParaRPr lang="en-IN" dirty="0" smtClean="0"/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dirty="0" smtClean="0"/>
              <a:t>Open AI URL -&gt; </a:t>
            </a:r>
            <a:r>
              <a:rPr lang="en-IN" dirty="0">
                <a:hlinkClick r:id="rId2"/>
              </a:rPr>
              <a:t>Chat | </a:t>
            </a:r>
            <a:r>
              <a:rPr lang="en-IN" dirty="0" err="1">
                <a:hlinkClick r:id="rId2"/>
              </a:rPr>
              <a:t>OpenAI</a:t>
            </a:r>
            <a:r>
              <a:rPr lang="en-IN" dirty="0">
                <a:hlinkClick r:id="rId2"/>
              </a:rPr>
              <a:t> API Reference</a:t>
            </a:r>
            <a:endParaRPr lang="en-IN" dirty="0" smtClean="0"/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dirty="0"/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dirty="0" smtClean="0"/>
              <a:t>Code</a:t>
            </a:r>
          </a:p>
          <a:p>
            <a:r>
              <a:rPr lang="en-IN" sz="1400" dirty="0"/>
              <a:t> </a:t>
            </a:r>
            <a:r>
              <a:rPr lang="en-US" sz="1400" dirty="0" err="1"/>
              <a:t>ResponsesClient</a:t>
            </a:r>
            <a:r>
              <a:rPr lang="en-US" sz="1400" dirty="0"/>
              <a:t> client = new(    </a:t>
            </a:r>
            <a:r>
              <a:rPr lang="en-US" sz="1400" dirty="0" err="1"/>
              <a:t>apiKey</a:t>
            </a:r>
            <a:r>
              <a:rPr lang="en-US" sz="1400" dirty="0"/>
              <a:t>: </a:t>
            </a:r>
            <a:r>
              <a:rPr lang="en-US" sz="1400" dirty="0" err="1"/>
              <a:t>apiKey</a:t>
            </a:r>
            <a:r>
              <a:rPr lang="en-US" sz="1400" dirty="0" smtClean="0"/>
              <a:t>);</a:t>
            </a:r>
          </a:p>
          <a:p>
            <a:r>
              <a:rPr lang="en-US" sz="1400" dirty="0" smtClean="0"/>
              <a:t> Response</a:t>
            </a:r>
          </a:p>
          <a:p>
            <a:r>
              <a:rPr lang="en-IN" sz="1400" dirty="0"/>
              <a:t> string result = </a:t>
            </a:r>
            <a:r>
              <a:rPr lang="en-IN" sz="1400" dirty="0" err="1"/>
              <a:t>response.GetOutputText</a:t>
            </a:r>
            <a:r>
              <a:rPr lang="en-IN" sz="1400" dirty="0"/>
              <a:t>();</a:t>
            </a:r>
            <a:endParaRPr lang="en-IN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473437" y="1290256"/>
            <a:ext cx="357143" cy="2781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9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67079"/>
          </a:xfrm>
        </p:spPr>
        <p:txBody>
          <a:bodyPr/>
          <a:lstStyle/>
          <a:p>
            <a:r>
              <a:rPr lang="en-IN" b="1" dirty="0" err="1" smtClean="0"/>
              <a:t>OpenAIClient</a:t>
            </a:r>
            <a:r>
              <a:rPr lang="en-IN" b="1" dirty="0" smtClean="0"/>
              <a:t>	</a:t>
            </a:r>
            <a:endParaRPr lang="en-IN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290256"/>
            <a:ext cx="10058400" cy="4854169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lang="en-US" dirty="0" smtClean="0"/>
              <a:t>Entry </a:t>
            </a:r>
            <a:r>
              <a:rPr lang="en-US" dirty="0"/>
              <a:t>point/factory for </a:t>
            </a:r>
            <a:r>
              <a:rPr lang="en-US" dirty="0" err="1"/>
              <a:t>OpenAI</a:t>
            </a:r>
            <a:r>
              <a:rPr lang="en-US" dirty="0"/>
              <a:t> services</a:t>
            </a:r>
            <a:endParaRPr 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Classes -&gt;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IN" dirty="0" err="1" smtClean="0"/>
              <a:t>OpenAIClient</a:t>
            </a:r>
            <a:r>
              <a:rPr lang="en-IN" dirty="0" smtClean="0"/>
              <a:t> for Client 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IN" dirty="0" err="1" smtClean="0"/>
              <a:t>ResponseResult</a:t>
            </a:r>
            <a:r>
              <a:rPr lang="en-IN" dirty="0" smtClean="0"/>
              <a:t> for </a:t>
            </a:r>
            <a:r>
              <a:rPr lang="en-IN" dirty="0" err="1" smtClean="0"/>
              <a:t>reponse</a:t>
            </a:r>
            <a:endParaRPr lang="en-IN" dirty="0" smtClean="0"/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dirty="0" smtClean="0"/>
              <a:t>Open AI URL -&gt; </a:t>
            </a:r>
            <a:r>
              <a:rPr lang="en-IN" dirty="0">
                <a:hlinkClick r:id="rId2"/>
              </a:rPr>
              <a:t>Responses Overview | </a:t>
            </a:r>
            <a:r>
              <a:rPr lang="en-IN" dirty="0" err="1">
                <a:hlinkClick r:id="rId2"/>
              </a:rPr>
              <a:t>OpenAI</a:t>
            </a:r>
            <a:r>
              <a:rPr lang="en-IN" dirty="0">
                <a:hlinkClick r:id="rId2"/>
              </a:rPr>
              <a:t> API </a:t>
            </a:r>
            <a:r>
              <a:rPr lang="en-IN" dirty="0" smtClean="0">
                <a:hlinkClick r:id="rId2"/>
              </a:rPr>
              <a:t>Reference</a:t>
            </a:r>
            <a:endParaRPr lang="en-IN" dirty="0" smtClean="0"/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dirty="0" smtClean="0"/>
              <a:t>Use </a:t>
            </a:r>
            <a:r>
              <a:rPr lang="en-US" dirty="0" err="1" smtClean="0"/>
              <a:t>OpenAIClient</a:t>
            </a:r>
            <a:r>
              <a:rPr lang="en-US" dirty="0" smtClean="0"/>
              <a:t> when application need all these object then we can use this as DI and can use in entire </a:t>
            </a:r>
            <a:r>
              <a:rPr lang="en-US" dirty="0" err="1" smtClean="0"/>
              <a:t>applicaiton</a:t>
            </a:r>
            <a:endParaRPr lang="en-US" dirty="0" smtClean="0"/>
          </a:p>
          <a:p>
            <a:r>
              <a:rPr lang="en-US" sz="1400" b="1" dirty="0" smtClean="0"/>
              <a:t>Benefits  - We can access multiple objects like </a:t>
            </a:r>
            <a:r>
              <a:rPr lang="en-US" sz="1400" b="1" dirty="0" err="1" smtClean="0"/>
              <a:t>AudioClient</a:t>
            </a:r>
            <a:r>
              <a:rPr lang="en-US" sz="1400" b="1" dirty="0" smtClean="0"/>
              <a:t> and </a:t>
            </a:r>
            <a:r>
              <a:rPr lang="en-US" sz="1400" b="1" dirty="0" err="1" smtClean="0"/>
              <a:t>GetEmbeddings</a:t>
            </a:r>
            <a:r>
              <a:rPr lang="en-US" sz="1400" b="1" dirty="0" smtClean="0"/>
              <a:t> client</a:t>
            </a:r>
          </a:p>
          <a:p>
            <a:r>
              <a:rPr lang="en-IN" sz="1200" dirty="0" err="1"/>
              <a:t>client.GetChatClient</a:t>
            </a:r>
            <a:r>
              <a:rPr lang="en-IN" sz="1200" dirty="0" smtClean="0"/>
              <a:t>(...)</a:t>
            </a:r>
          </a:p>
          <a:p>
            <a:r>
              <a:rPr lang="en-IN" sz="1200" dirty="0" err="1" smtClean="0"/>
              <a:t>client.GetResponsesClient</a:t>
            </a:r>
            <a:r>
              <a:rPr lang="en-IN" sz="1200" dirty="0" smtClean="0"/>
              <a:t>(...)</a:t>
            </a:r>
          </a:p>
          <a:p>
            <a:r>
              <a:rPr lang="en-IN" sz="1200" dirty="0" err="1" smtClean="0"/>
              <a:t>client.GetAudioClient</a:t>
            </a:r>
            <a:r>
              <a:rPr lang="en-IN" sz="1200" dirty="0" smtClean="0"/>
              <a:t>(...)</a:t>
            </a:r>
          </a:p>
          <a:p>
            <a:r>
              <a:rPr lang="en-IN" sz="1200" dirty="0" err="1" smtClean="0"/>
              <a:t>client.GetEmbeddingClient</a:t>
            </a:r>
            <a:r>
              <a:rPr lang="en-IN" sz="1200" dirty="0" smtClean="0"/>
              <a:t>(...)</a:t>
            </a:r>
          </a:p>
          <a:p>
            <a:endParaRPr lang="en-IN" sz="12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473437" y="1290256"/>
            <a:ext cx="357143" cy="2781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46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67079"/>
          </a:xfrm>
        </p:spPr>
        <p:txBody>
          <a:bodyPr/>
          <a:lstStyle/>
          <a:p>
            <a:r>
              <a:rPr lang="en-IN" b="1" dirty="0" err="1" smtClean="0"/>
              <a:t>OpenAIClient</a:t>
            </a:r>
            <a:r>
              <a:rPr lang="en-IN" b="1" dirty="0" smtClean="0"/>
              <a:t>	</a:t>
            </a:r>
            <a:endParaRPr lang="en-IN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290256"/>
            <a:ext cx="10058400" cy="4854169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lang="en-US" dirty="0" smtClean="0"/>
              <a:t>Entry </a:t>
            </a:r>
            <a:r>
              <a:rPr lang="en-US" dirty="0"/>
              <a:t>point/factory for </a:t>
            </a:r>
            <a:r>
              <a:rPr lang="en-US" dirty="0" err="1"/>
              <a:t>OpenAI</a:t>
            </a:r>
            <a:r>
              <a:rPr lang="en-US" dirty="0"/>
              <a:t> services</a:t>
            </a:r>
            <a:endParaRPr 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IN" sz="12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473437" y="1290256"/>
            <a:ext cx="357143" cy="2781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752056520"/>
              </p:ext>
            </p:extLst>
          </p:nvPr>
        </p:nvGraphicFramePr>
        <p:xfrm>
          <a:off x="2633980" y="2076027"/>
          <a:ext cx="6548120" cy="3257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280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Migration </a:t>
            </a:r>
            <a:r>
              <a:rPr lang="en-US" dirty="0" err="1" smtClean="0"/>
              <a:t>ChatCompletation</a:t>
            </a:r>
            <a:r>
              <a:rPr lang="en-US" dirty="0" smtClean="0"/>
              <a:t> to </a:t>
            </a:r>
            <a:r>
              <a:rPr lang="en-US" dirty="0" err="1" smtClean="0"/>
              <a:t>ReponseAPI</a:t>
            </a: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Migrate to the Responses API | </a:t>
            </a:r>
            <a:r>
              <a:rPr lang="en-US" dirty="0" err="1">
                <a:hlinkClick r:id="rId2"/>
              </a:rPr>
              <a:t>OpenAI</a:t>
            </a:r>
            <a:r>
              <a:rPr lang="en-US" dirty="0">
                <a:hlinkClick r:id="rId2"/>
              </a:rPr>
              <a:t> </a:t>
            </a:r>
            <a:r>
              <a:rPr lang="en-US" dirty="0" smtClean="0">
                <a:hlinkClick r:id="rId2"/>
              </a:rPr>
              <a:t>API</a:t>
            </a:r>
            <a:endParaRPr lang="en-US" dirty="0" smtClean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193" y="2119105"/>
            <a:ext cx="7280958" cy="409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542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ChatMessage</a:t>
            </a:r>
            <a:r>
              <a:rPr lang="en-US" dirty="0" smtClean="0"/>
              <a:t> Class</a:t>
            </a:r>
            <a:endParaRPr lang="en-I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276742" y="1970433"/>
            <a:ext cx="773032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ChatMessage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is an 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OpenAI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SDK class that represents one message in a chat conversation </a:t>
            </a:r>
          </a:p>
        </p:txBody>
      </p:sp>
      <p:sp>
        <p:nvSpPr>
          <p:cNvPr id="6" name="Rectangle 5"/>
          <p:cNvSpPr/>
          <p:nvPr/>
        </p:nvSpPr>
        <p:spPr>
          <a:xfrm>
            <a:off x="1276742" y="2377675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System     → You are a helpful assistant.</a:t>
            </a:r>
          </a:p>
          <a:p>
            <a:r>
              <a:rPr lang="en-US" dirty="0"/>
              <a:t>User       → What is C#?</a:t>
            </a:r>
          </a:p>
          <a:p>
            <a:r>
              <a:rPr lang="en-US" dirty="0"/>
              <a:t>Assistant  → C# is a programming language...</a:t>
            </a:r>
          </a:p>
          <a:p>
            <a:r>
              <a:rPr lang="en-US" dirty="0"/>
              <a:t>User       → What is LINQ?</a:t>
            </a:r>
          </a:p>
          <a:p>
            <a:r>
              <a:rPr lang="en-US" dirty="0"/>
              <a:t>Assistant  → LINQ is...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097280" y="4098913"/>
            <a:ext cx="8969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System </a:t>
            </a:r>
            <a:r>
              <a:rPr lang="en-US" dirty="0" smtClean="0"/>
              <a:t>– we pass to LLM for Role – Who you are</a:t>
            </a:r>
          </a:p>
          <a:p>
            <a:r>
              <a:rPr lang="en-US" dirty="0" smtClean="0"/>
              <a:t>User-  Question</a:t>
            </a:r>
          </a:p>
          <a:p>
            <a:r>
              <a:rPr lang="en-US" dirty="0" err="1" smtClean="0"/>
              <a:t>Assiatance</a:t>
            </a:r>
            <a:r>
              <a:rPr lang="en-US" dirty="0" smtClean="0"/>
              <a:t> -&gt; LLM response.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25094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ChatMessage</a:t>
            </a:r>
            <a:r>
              <a:rPr lang="en-US" dirty="0"/>
              <a:t> Class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var</a:t>
            </a:r>
            <a:r>
              <a:rPr lang="en-IN" dirty="0"/>
              <a:t> </a:t>
            </a:r>
            <a:r>
              <a:rPr lang="en-IN" dirty="0" smtClean="0"/>
              <a:t>messages </a:t>
            </a:r>
            <a:r>
              <a:rPr lang="en-IN" dirty="0"/>
              <a:t>= new List&lt;</a:t>
            </a:r>
            <a:r>
              <a:rPr lang="en-IN" dirty="0" err="1"/>
              <a:t>ChatMessage</a:t>
            </a:r>
            <a:r>
              <a:rPr lang="en-IN" dirty="0" smtClean="0"/>
              <a:t>&gt;();</a:t>
            </a:r>
          </a:p>
          <a:p>
            <a:endParaRPr lang="en-IN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426" y="2242470"/>
            <a:ext cx="5677034" cy="382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328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Chat Tool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022944" y="1895594"/>
            <a:ext cx="94469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tools the AI is allowed to </a:t>
            </a:r>
            <a:r>
              <a:rPr lang="en-US" dirty="0" smtClean="0"/>
              <a:t>use </a:t>
            </a:r>
            <a:endParaRPr lang="en-IN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502920" y="2466053"/>
            <a:ext cx="37664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ChatTool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represents a 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tool/function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 you expose to the model. 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37360"/>
            <a:ext cx="6652259" cy="444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276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Chat Tool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 err="1"/>
              <a:t>ChatTool</a:t>
            </a:r>
            <a:endParaRPr lang="en-IN" dirty="0"/>
          </a:p>
          <a:p>
            <a:r>
              <a:rPr lang="en-IN" dirty="0"/>
              <a:t>│</a:t>
            </a:r>
          </a:p>
          <a:p>
            <a:r>
              <a:rPr lang="en-IN" dirty="0"/>
              <a:t>├── Function Name</a:t>
            </a:r>
          </a:p>
          <a:p>
            <a:r>
              <a:rPr lang="en-IN" dirty="0"/>
              <a:t>│      </a:t>
            </a:r>
            <a:r>
              <a:rPr lang="en-IN" dirty="0" err="1"/>
              <a:t>getEmployeeDetails</a:t>
            </a:r>
            <a:endParaRPr lang="en-IN" dirty="0"/>
          </a:p>
          <a:p>
            <a:r>
              <a:rPr lang="en-IN" dirty="0"/>
              <a:t>│</a:t>
            </a:r>
          </a:p>
          <a:p>
            <a:r>
              <a:rPr lang="en-IN" dirty="0"/>
              <a:t>├── Description</a:t>
            </a:r>
          </a:p>
          <a:p>
            <a:r>
              <a:rPr lang="en-IN" dirty="0"/>
              <a:t>│      Get employee details using employee ID</a:t>
            </a:r>
          </a:p>
          <a:p>
            <a:r>
              <a:rPr lang="en-IN" dirty="0"/>
              <a:t>│</a:t>
            </a:r>
          </a:p>
          <a:p>
            <a:r>
              <a:rPr lang="en-IN" dirty="0"/>
              <a:t>└── Parameters Schema</a:t>
            </a:r>
          </a:p>
          <a:p>
            <a:r>
              <a:rPr lang="en-IN" dirty="0"/>
              <a:t>       </a:t>
            </a:r>
            <a:r>
              <a:rPr lang="en-IN" dirty="0" err="1"/>
              <a:t>employeeId</a:t>
            </a:r>
            <a:endParaRPr lang="en-IN" dirty="0"/>
          </a:p>
          <a:p>
            <a:r>
              <a:rPr lang="en-IN" dirty="0"/>
              <a:t>       integer</a:t>
            </a:r>
          </a:p>
          <a:p>
            <a:r>
              <a:rPr lang="en-IN" dirty="0"/>
              <a:t>       required</a:t>
            </a:r>
          </a:p>
        </p:txBody>
      </p:sp>
    </p:spTree>
    <p:extLst>
      <p:ext uri="{BB962C8B-B14F-4D97-AF65-F5344CB8AC3E}">
        <p14:creationId xmlns:p14="http://schemas.microsoft.com/office/powerpoint/2010/main" val="53324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ChatCompletionOptions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41120" y="1973785"/>
            <a:ext cx="598747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ChatCompletionOptions</a:t>
            </a:r>
            <a:r>
              <a:rPr kumimoji="0" 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contains the settings for the chat completion request. </a:t>
            </a:r>
          </a:p>
        </p:txBody>
      </p:sp>
      <p:sp>
        <p:nvSpPr>
          <p:cNvPr id="5" name="Rectangle 4"/>
          <p:cNvSpPr/>
          <p:nvPr/>
        </p:nvSpPr>
        <p:spPr>
          <a:xfrm>
            <a:off x="1592580" y="500315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err="1"/>
              <a:t>var</a:t>
            </a:r>
            <a:r>
              <a:rPr lang="en-IN" dirty="0"/>
              <a:t> options = new </a:t>
            </a:r>
            <a:endParaRPr lang="en-IN" dirty="0" smtClean="0"/>
          </a:p>
          <a:p>
            <a:r>
              <a:rPr lang="en-IN" dirty="0" err="1" smtClean="0"/>
              <a:t>ChatCompletionOptions</a:t>
            </a:r>
            <a:r>
              <a:rPr lang="en-IN" dirty="0" smtClean="0"/>
              <a:t> </a:t>
            </a:r>
            <a:r>
              <a:rPr lang="en-IN" dirty="0"/>
              <a:t>{ Temperature = 0.2f };</a:t>
            </a:r>
          </a:p>
        </p:txBody>
      </p:sp>
      <p:sp>
        <p:nvSpPr>
          <p:cNvPr id="6" name="Rectangle 5"/>
          <p:cNvSpPr/>
          <p:nvPr/>
        </p:nvSpPr>
        <p:spPr>
          <a:xfrm>
            <a:off x="1341120" y="2349699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err="1"/>
              <a:t>ChatCompletionOptions</a:t>
            </a:r>
            <a:endParaRPr lang="en-IN" dirty="0"/>
          </a:p>
          <a:p>
            <a:r>
              <a:rPr lang="en-IN" dirty="0"/>
              <a:t>        │</a:t>
            </a:r>
          </a:p>
          <a:p>
            <a:r>
              <a:rPr lang="en-IN" dirty="0"/>
              <a:t>        ├── Temperature</a:t>
            </a:r>
          </a:p>
          <a:p>
            <a:r>
              <a:rPr lang="en-IN" dirty="0"/>
              <a:t>        ├── Tools</a:t>
            </a:r>
          </a:p>
          <a:p>
            <a:r>
              <a:rPr lang="en-IN" dirty="0"/>
              <a:t>        ├── Max output settings</a:t>
            </a:r>
          </a:p>
          <a:p>
            <a:r>
              <a:rPr lang="en-IN" dirty="0"/>
              <a:t>        ├── Tool choice</a:t>
            </a:r>
          </a:p>
          <a:p>
            <a:r>
              <a:rPr lang="en-IN" dirty="0"/>
              <a:t>        ├── Other request options</a:t>
            </a:r>
          </a:p>
          <a:p>
            <a:r>
              <a:rPr lang="en-IN" dirty="0"/>
              <a:t>        │</a:t>
            </a:r>
          </a:p>
          <a:p>
            <a:r>
              <a:rPr lang="en-IN" dirty="0"/>
              <a:t>        └── ...</a:t>
            </a:r>
          </a:p>
        </p:txBody>
      </p:sp>
    </p:spTree>
    <p:extLst>
      <p:ext uri="{BB962C8B-B14F-4D97-AF65-F5344CB8AC3E}">
        <p14:creationId xmlns:p14="http://schemas.microsoft.com/office/powerpoint/2010/main" val="68319411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15379</TotalTime>
  <Words>468</Words>
  <Application>Microsoft Office PowerPoint</Application>
  <PresentationFormat>Widescreen</PresentationFormat>
  <Paragraphs>117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 Unicode MS</vt:lpstr>
      <vt:lpstr>Arial</vt:lpstr>
      <vt:lpstr>Calibri</vt:lpstr>
      <vt:lpstr>Calibri Light</vt:lpstr>
      <vt:lpstr>Wingdings</vt:lpstr>
      <vt:lpstr>Retrospect</vt:lpstr>
      <vt:lpstr>Multiple Ways to Communicate With OpenAI</vt:lpstr>
      <vt:lpstr>Multiple ways to Communiate to OpenAI with C#</vt:lpstr>
      <vt:lpstr>Direct HTTP Call</vt:lpstr>
      <vt:lpstr>Chat Completions </vt:lpstr>
      <vt:lpstr>ResponsesClient </vt:lpstr>
      <vt:lpstr>OpenAIClient </vt:lpstr>
      <vt:lpstr>OpenAIClient </vt:lpstr>
      <vt:lpstr>Migration ChatCompletation to ReponseAPI </vt:lpstr>
      <vt:lpstr>ChatMessage Class</vt:lpstr>
      <vt:lpstr>ChatMessage Class</vt:lpstr>
      <vt:lpstr>Chat Tool</vt:lpstr>
      <vt:lpstr>Chat Tool</vt:lpstr>
      <vt:lpstr>ChatCompletionOptions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Choosing Between Models</dc:title>
  <dc:creator>Microsoft account</dc:creator>
  <cp:lastModifiedBy>Microsoft account</cp:lastModifiedBy>
  <cp:revision>37</cp:revision>
  <dcterms:created xsi:type="dcterms:W3CDTF">2026-08-07T17:42:45Z</dcterms:created>
  <dcterms:modified xsi:type="dcterms:W3CDTF">2026-08-25T18:11:19Z</dcterms:modified>
</cp:coreProperties>
</file>