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466" y="-13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F45953-4D08-47B1-8988-F5CC3DAE23E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CBEB79-1CCB-45D1-A785-D81E21877C13}">
      <dgm:prSet phldrT="[Text]"/>
      <dgm:spPr/>
      <dgm:t>
        <a:bodyPr/>
        <a:lstStyle/>
        <a:p>
          <a:r>
            <a:rPr lang="en-US" dirty="0" smtClean="0"/>
            <a:t>Agent</a:t>
          </a:r>
          <a:endParaRPr lang="en-IN" dirty="0"/>
        </a:p>
      </dgm:t>
    </dgm:pt>
    <dgm:pt modelId="{88F2E134-401C-4BBD-9E20-5FEAFB2C2289}" type="parTrans" cxnId="{FAFA4FB8-6B70-4E01-9D67-83148004DC27}">
      <dgm:prSet/>
      <dgm:spPr/>
      <dgm:t>
        <a:bodyPr/>
        <a:lstStyle/>
        <a:p>
          <a:endParaRPr lang="en-IN"/>
        </a:p>
      </dgm:t>
    </dgm:pt>
    <dgm:pt modelId="{E02BCFDA-7E73-4CA1-9FEB-84C404DD69A9}" type="sibTrans" cxnId="{FAFA4FB8-6B70-4E01-9D67-83148004DC27}">
      <dgm:prSet/>
      <dgm:spPr/>
      <dgm:t>
        <a:bodyPr/>
        <a:lstStyle/>
        <a:p>
          <a:endParaRPr lang="en-IN"/>
        </a:p>
      </dgm:t>
    </dgm:pt>
    <dgm:pt modelId="{7694F372-D020-4895-82C3-2348DED24760}">
      <dgm:prSet phldrT="[Text]"/>
      <dgm:spPr/>
      <dgm:t>
        <a:bodyPr/>
        <a:lstStyle/>
        <a:p>
          <a:r>
            <a:rPr lang="en-US" dirty="0" smtClean="0"/>
            <a:t>LLM</a:t>
          </a:r>
          <a:endParaRPr lang="en-IN" dirty="0"/>
        </a:p>
      </dgm:t>
    </dgm:pt>
    <dgm:pt modelId="{5FB2E736-60AC-482D-A9DD-2094C58C5601}" type="parTrans" cxnId="{6A731EE3-738C-4742-A25F-370998EA6FC3}">
      <dgm:prSet/>
      <dgm:spPr/>
      <dgm:t>
        <a:bodyPr/>
        <a:lstStyle/>
        <a:p>
          <a:endParaRPr lang="en-IN"/>
        </a:p>
      </dgm:t>
    </dgm:pt>
    <dgm:pt modelId="{5DCCB187-8F49-414A-A086-484F1D58FACB}" type="sibTrans" cxnId="{6A731EE3-738C-4742-A25F-370998EA6FC3}">
      <dgm:prSet/>
      <dgm:spPr/>
      <dgm:t>
        <a:bodyPr/>
        <a:lstStyle/>
        <a:p>
          <a:endParaRPr lang="en-IN"/>
        </a:p>
      </dgm:t>
    </dgm:pt>
    <dgm:pt modelId="{C6F7AD7C-A32E-49EE-A788-138D2865CF3A}">
      <dgm:prSet phldrT="[Text]"/>
      <dgm:spPr/>
      <dgm:t>
        <a:bodyPr/>
        <a:lstStyle/>
        <a:p>
          <a:r>
            <a:rPr lang="en-US" dirty="0" smtClean="0"/>
            <a:t>Think</a:t>
          </a:r>
          <a:endParaRPr lang="en-IN" dirty="0"/>
        </a:p>
      </dgm:t>
    </dgm:pt>
    <dgm:pt modelId="{2CF9B645-A700-438B-B5AA-A097A4D141C4}" type="parTrans" cxnId="{8EB2F5A4-9FEE-4EE7-9C9E-187ABC6CCC6E}">
      <dgm:prSet/>
      <dgm:spPr/>
      <dgm:t>
        <a:bodyPr/>
        <a:lstStyle/>
        <a:p>
          <a:endParaRPr lang="en-IN"/>
        </a:p>
      </dgm:t>
    </dgm:pt>
    <dgm:pt modelId="{22EDE967-AA1C-4BC5-BBE3-65F01081E49F}" type="sibTrans" cxnId="{8EB2F5A4-9FEE-4EE7-9C9E-187ABC6CCC6E}">
      <dgm:prSet/>
      <dgm:spPr/>
      <dgm:t>
        <a:bodyPr/>
        <a:lstStyle/>
        <a:p>
          <a:endParaRPr lang="en-IN"/>
        </a:p>
      </dgm:t>
    </dgm:pt>
    <dgm:pt modelId="{62F93228-21FE-4595-921B-5ACD698C13B5}">
      <dgm:prSet phldrT="[Text]"/>
      <dgm:spPr/>
      <dgm:t>
        <a:bodyPr/>
        <a:lstStyle/>
        <a:p>
          <a:r>
            <a:rPr lang="en-US" dirty="0" smtClean="0"/>
            <a:t>Plan</a:t>
          </a:r>
          <a:endParaRPr lang="en-IN" dirty="0"/>
        </a:p>
      </dgm:t>
    </dgm:pt>
    <dgm:pt modelId="{65008A39-818D-4467-B8D0-A796E7DF746F}" type="parTrans" cxnId="{72E3CD52-E94C-47D5-B318-0E96405570D5}">
      <dgm:prSet/>
      <dgm:spPr/>
      <dgm:t>
        <a:bodyPr/>
        <a:lstStyle/>
        <a:p>
          <a:endParaRPr lang="en-IN"/>
        </a:p>
      </dgm:t>
    </dgm:pt>
    <dgm:pt modelId="{92922465-F34A-4045-B788-2DA5F55DA94D}" type="sibTrans" cxnId="{72E3CD52-E94C-47D5-B318-0E96405570D5}">
      <dgm:prSet/>
      <dgm:spPr/>
      <dgm:t>
        <a:bodyPr/>
        <a:lstStyle/>
        <a:p>
          <a:endParaRPr lang="en-IN"/>
        </a:p>
      </dgm:t>
    </dgm:pt>
    <dgm:pt modelId="{1B56E9E8-340D-4832-8FB5-719F9D0E136A}">
      <dgm:prSet phldrT="[Text]"/>
      <dgm:spPr/>
      <dgm:t>
        <a:bodyPr/>
        <a:lstStyle/>
        <a:p>
          <a:r>
            <a:rPr lang="en-US" dirty="0" smtClean="0"/>
            <a:t>TOOL</a:t>
          </a:r>
          <a:endParaRPr lang="en-IN" dirty="0"/>
        </a:p>
      </dgm:t>
    </dgm:pt>
    <dgm:pt modelId="{ED6EC46E-8FC7-4388-9C1F-564D20EEF26C}" type="parTrans" cxnId="{5F669CF9-F009-4490-AFB9-D7538B37BB54}">
      <dgm:prSet/>
      <dgm:spPr/>
      <dgm:t>
        <a:bodyPr/>
        <a:lstStyle/>
        <a:p>
          <a:endParaRPr lang="en-IN"/>
        </a:p>
      </dgm:t>
    </dgm:pt>
    <dgm:pt modelId="{EE75FC8E-1AAC-4746-9E2D-FA8C4A35FF4A}" type="sibTrans" cxnId="{5F669CF9-F009-4490-AFB9-D7538B37BB54}">
      <dgm:prSet/>
      <dgm:spPr/>
      <dgm:t>
        <a:bodyPr/>
        <a:lstStyle/>
        <a:p>
          <a:endParaRPr lang="en-IN"/>
        </a:p>
      </dgm:t>
    </dgm:pt>
    <dgm:pt modelId="{1B272B00-632A-4531-9E2A-DC9F185D05FF}">
      <dgm:prSet phldrT="[Text]"/>
      <dgm:spPr/>
      <dgm:t>
        <a:bodyPr/>
        <a:lstStyle/>
        <a:p>
          <a:r>
            <a:rPr lang="en-US" dirty="0" smtClean="0"/>
            <a:t>C# function</a:t>
          </a:r>
          <a:endParaRPr lang="en-IN" dirty="0"/>
        </a:p>
      </dgm:t>
    </dgm:pt>
    <dgm:pt modelId="{95613BDD-EBC3-4F21-9D7B-291C9AB01383}" type="parTrans" cxnId="{22B54A05-277B-4669-9A3D-EA26F050974A}">
      <dgm:prSet/>
      <dgm:spPr/>
      <dgm:t>
        <a:bodyPr/>
        <a:lstStyle/>
        <a:p>
          <a:endParaRPr lang="en-IN"/>
        </a:p>
      </dgm:t>
    </dgm:pt>
    <dgm:pt modelId="{3CEE676D-4FF9-43F9-ABC0-E4F1C7944A9E}" type="sibTrans" cxnId="{22B54A05-277B-4669-9A3D-EA26F050974A}">
      <dgm:prSet/>
      <dgm:spPr/>
      <dgm:t>
        <a:bodyPr/>
        <a:lstStyle/>
        <a:p>
          <a:endParaRPr lang="en-IN"/>
        </a:p>
      </dgm:t>
    </dgm:pt>
    <dgm:pt modelId="{C0B9BD3B-4164-460A-B2B3-585EBD3294BD}">
      <dgm:prSet phldrT="[Text]"/>
      <dgm:spPr/>
      <dgm:t>
        <a:bodyPr/>
        <a:lstStyle/>
        <a:p>
          <a:r>
            <a:rPr lang="en-US" dirty="0" smtClean="0"/>
            <a:t>Get </a:t>
          </a:r>
          <a:r>
            <a:rPr lang="en-US" dirty="0" err="1" smtClean="0"/>
            <a:t>Emp</a:t>
          </a:r>
          <a:r>
            <a:rPr lang="en-US" dirty="0" smtClean="0"/>
            <a:t> Details</a:t>
          </a:r>
          <a:endParaRPr lang="en-IN" dirty="0"/>
        </a:p>
      </dgm:t>
    </dgm:pt>
    <dgm:pt modelId="{B7119A34-355C-4779-AFE1-E3C5E4ADBCC6}" type="parTrans" cxnId="{94D90B5B-8F33-4880-A490-699BFBEA3749}">
      <dgm:prSet/>
      <dgm:spPr/>
      <dgm:t>
        <a:bodyPr/>
        <a:lstStyle/>
        <a:p>
          <a:endParaRPr lang="en-IN"/>
        </a:p>
      </dgm:t>
    </dgm:pt>
    <dgm:pt modelId="{48D53736-081E-482D-996C-764988DCEB4F}" type="sibTrans" cxnId="{94D90B5B-8F33-4880-A490-699BFBEA3749}">
      <dgm:prSet/>
      <dgm:spPr/>
      <dgm:t>
        <a:bodyPr/>
        <a:lstStyle/>
        <a:p>
          <a:endParaRPr lang="en-IN"/>
        </a:p>
      </dgm:t>
    </dgm:pt>
    <dgm:pt modelId="{65F8FE13-1399-47AC-9808-4410BA0F7F8A}">
      <dgm:prSet phldrT="[Text]"/>
      <dgm:spPr/>
      <dgm:t>
        <a:bodyPr/>
        <a:lstStyle/>
        <a:p>
          <a:r>
            <a:rPr lang="en-US" dirty="0" smtClean="0"/>
            <a:t>Memory</a:t>
          </a:r>
          <a:endParaRPr lang="en-IN" dirty="0"/>
        </a:p>
      </dgm:t>
    </dgm:pt>
    <dgm:pt modelId="{8F963DA4-6D98-4168-AEC8-DE9B83A48CB8}" type="parTrans" cxnId="{374FB85E-2745-4AAE-ACC0-D53AFD32CE2B}">
      <dgm:prSet/>
      <dgm:spPr/>
      <dgm:t>
        <a:bodyPr/>
        <a:lstStyle/>
        <a:p>
          <a:endParaRPr lang="en-IN"/>
        </a:p>
      </dgm:t>
    </dgm:pt>
    <dgm:pt modelId="{0314FAEF-3AC2-4177-81B3-8E1107ED3159}" type="sibTrans" cxnId="{374FB85E-2745-4AAE-ACC0-D53AFD32CE2B}">
      <dgm:prSet/>
      <dgm:spPr/>
      <dgm:t>
        <a:bodyPr/>
        <a:lstStyle/>
        <a:p>
          <a:endParaRPr lang="en-IN"/>
        </a:p>
      </dgm:t>
    </dgm:pt>
    <dgm:pt modelId="{438379F1-65B7-4EFA-AA44-54BED2BAB607}">
      <dgm:prSet phldrT="[Text]"/>
      <dgm:spPr/>
      <dgm:t>
        <a:bodyPr/>
        <a:lstStyle/>
        <a:p>
          <a:r>
            <a:rPr lang="en-US" dirty="0" smtClean="0"/>
            <a:t>Get </a:t>
          </a:r>
          <a:r>
            <a:rPr lang="en-US" dirty="0" err="1" smtClean="0"/>
            <a:t>Emp</a:t>
          </a:r>
          <a:r>
            <a:rPr lang="en-US" dirty="0" smtClean="0"/>
            <a:t> Leave count</a:t>
          </a:r>
          <a:endParaRPr lang="en-IN" dirty="0"/>
        </a:p>
      </dgm:t>
    </dgm:pt>
    <dgm:pt modelId="{DEAED356-BE75-453D-A8B0-6171B7030247}" type="parTrans" cxnId="{2C9345B0-A351-4D69-9F4E-9EDE518EEBB7}">
      <dgm:prSet/>
      <dgm:spPr/>
      <dgm:t>
        <a:bodyPr/>
        <a:lstStyle/>
        <a:p>
          <a:endParaRPr lang="en-IN"/>
        </a:p>
      </dgm:t>
    </dgm:pt>
    <dgm:pt modelId="{2DBC9A2C-95A6-4210-9A63-4A5B526F707D}" type="sibTrans" cxnId="{2C9345B0-A351-4D69-9F4E-9EDE518EEBB7}">
      <dgm:prSet/>
      <dgm:spPr/>
      <dgm:t>
        <a:bodyPr/>
        <a:lstStyle/>
        <a:p>
          <a:endParaRPr lang="en-IN"/>
        </a:p>
      </dgm:t>
    </dgm:pt>
    <dgm:pt modelId="{ED3F1901-2533-40EE-B74B-EB2331D930AF}">
      <dgm:prSet phldrT="[Text]"/>
      <dgm:spPr/>
      <dgm:t>
        <a:bodyPr/>
        <a:lstStyle/>
        <a:p>
          <a:r>
            <a:rPr lang="en-US" dirty="0" smtClean="0"/>
            <a:t>MCP Tool</a:t>
          </a:r>
          <a:endParaRPr lang="en-IN" dirty="0"/>
        </a:p>
      </dgm:t>
    </dgm:pt>
    <dgm:pt modelId="{ABBE0A48-BD61-4057-AE33-53FA22E3C437}" type="parTrans" cxnId="{9EBE9556-9B59-41A9-A6B1-FC03949C9DDF}">
      <dgm:prSet/>
      <dgm:spPr/>
      <dgm:t>
        <a:bodyPr/>
        <a:lstStyle/>
        <a:p>
          <a:endParaRPr lang="en-IN"/>
        </a:p>
      </dgm:t>
    </dgm:pt>
    <dgm:pt modelId="{A712505B-B23C-4030-94A9-5CB4D73366D5}" type="sibTrans" cxnId="{9EBE9556-9B59-41A9-A6B1-FC03949C9DDF}">
      <dgm:prSet/>
      <dgm:spPr/>
      <dgm:t>
        <a:bodyPr/>
        <a:lstStyle/>
        <a:p>
          <a:endParaRPr lang="en-IN"/>
        </a:p>
      </dgm:t>
    </dgm:pt>
    <dgm:pt modelId="{06E5C2C7-2ECA-4B68-8FC3-637349734693}">
      <dgm:prSet phldrT="[Text]"/>
      <dgm:spPr/>
      <dgm:t>
        <a:bodyPr/>
        <a:lstStyle/>
        <a:p>
          <a:r>
            <a:rPr lang="en-US" dirty="0" smtClean="0"/>
            <a:t>File access</a:t>
          </a:r>
          <a:endParaRPr lang="en-IN" dirty="0"/>
        </a:p>
      </dgm:t>
    </dgm:pt>
    <dgm:pt modelId="{195ED528-9BD3-47DB-9C47-DAA77D2AC04D}" type="parTrans" cxnId="{F4D46A50-83FD-42C6-B6FB-7B2176B6B11E}">
      <dgm:prSet/>
      <dgm:spPr/>
      <dgm:t>
        <a:bodyPr/>
        <a:lstStyle/>
        <a:p>
          <a:endParaRPr lang="en-IN"/>
        </a:p>
      </dgm:t>
    </dgm:pt>
    <dgm:pt modelId="{FFDB1F45-7F1B-421F-B775-9A9D3F727F52}" type="sibTrans" cxnId="{F4D46A50-83FD-42C6-B6FB-7B2176B6B11E}">
      <dgm:prSet/>
      <dgm:spPr/>
      <dgm:t>
        <a:bodyPr/>
        <a:lstStyle/>
        <a:p>
          <a:endParaRPr lang="en-IN"/>
        </a:p>
      </dgm:t>
    </dgm:pt>
    <dgm:pt modelId="{D88491C5-6F4F-4EB8-9E41-2A29C6725AA8}">
      <dgm:prSet phldrT="[Text]"/>
      <dgm:spPr/>
      <dgm:t>
        <a:bodyPr/>
        <a:lstStyle/>
        <a:p>
          <a:r>
            <a:rPr lang="en-US" dirty="0" smtClean="0"/>
            <a:t>DB Access</a:t>
          </a:r>
          <a:endParaRPr lang="en-IN" dirty="0"/>
        </a:p>
      </dgm:t>
    </dgm:pt>
    <dgm:pt modelId="{282871D8-A4E8-45D2-96C0-076F312B2A8E}" type="parTrans" cxnId="{1A3BA002-3735-478E-90A7-D15AEF241A17}">
      <dgm:prSet/>
      <dgm:spPr/>
      <dgm:t>
        <a:bodyPr/>
        <a:lstStyle/>
        <a:p>
          <a:endParaRPr lang="en-IN"/>
        </a:p>
      </dgm:t>
    </dgm:pt>
    <dgm:pt modelId="{AA9DC926-E7C7-46DF-8EAA-DC3E6F623F0C}" type="sibTrans" cxnId="{1A3BA002-3735-478E-90A7-D15AEF241A17}">
      <dgm:prSet/>
      <dgm:spPr/>
      <dgm:t>
        <a:bodyPr/>
        <a:lstStyle/>
        <a:p>
          <a:endParaRPr lang="en-IN"/>
        </a:p>
      </dgm:t>
    </dgm:pt>
    <dgm:pt modelId="{5B3F2AA3-375F-4FBD-9C13-05AA5AE510EF}" type="pres">
      <dgm:prSet presAssocID="{FCF45953-4D08-47B1-8988-F5CC3DAE23E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5A02C027-4742-42B6-839D-FD091E021B4E}" type="pres">
      <dgm:prSet presAssocID="{03CBEB79-1CCB-45D1-A785-D81E21877C13}" presName="root1" presStyleCnt="0"/>
      <dgm:spPr/>
    </dgm:pt>
    <dgm:pt modelId="{A23EB845-7C00-445C-8F89-22BBE33AE7C9}" type="pres">
      <dgm:prSet presAssocID="{03CBEB79-1CCB-45D1-A785-D81E21877C1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CFB7F82-1DB1-4AED-BB63-1139E5C2778C}" type="pres">
      <dgm:prSet presAssocID="{03CBEB79-1CCB-45D1-A785-D81E21877C13}" presName="level2hierChild" presStyleCnt="0"/>
      <dgm:spPr/>
    </dgm:pt>
    <dgm:pt modelId="{507705F7-E0F1-4B81-91EA-BC2E984DF731}" type="pres">
      <dgm:prSet presAssocID="{5FB2E736-60AC-482D-A9DD-2094C58C5601}" presName="conn2-1" presStyleLbl="parChTrans1D2" presStyleIdx="0" presStyleCnt="2"/>
      <dgm:spPr/>
      <dgm:t>
        <a:bodyPr/>
        <a:lstStyle/>
        <a:p>
          <a:endParaRPr lang="en-IN"/>
        </a:p>
      </dgm:t>
    </dgm:pt>
    <dgm:pt modelId="{95FC3CEB-393C-4AFE-B63C-3CDD29A6A1E6}" type="pres">
      <dgm:prSet presAssocID="{5FB2E736-60AC-482D-A9DD-2094C58C5601}" presName="connTx" presStyleLbl="parChTrans1D2" presStyleIdx="0" presStyleCnt="2"/>
      <dgm:spPr/>
      <dgm:t>
        <a:bodyPr/>
        <a:lstStyle/>
        <a:p>
          <a:endParaRPr lang="en-IN"/>
        </a:p>
      </dgm:t>
    </dgm:pt>
    <dgm:pt modelId="{16ED4900-E25F-4326-9980-DE50E2517E99}" type="pres">
      <dgm:prSet presAssocID="{7694F372-D020-4895-82C3-2348DED24760}" presName="root2" presStyleCnt="0"/>
      <dgm:spPr/>
    </dgm:pt>
    <dgm:pt modelId="{A980050F-95FE-49EC-9B80-DAC11BBEDEA2}" type="pres">
      <dgm:prSet presAssocID="{7694F372-D020-4895-82C3-2348DED247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78B1744-3A0B-4D0B-8162-79CFEB52F79D}" type="pres">
      <dgm:prSet presAssocID="{7694F372-D020-4895-82C3-2348DED24760}" presName="level3hierChild" presStyleCnt="0"/>
      <dgm:spPr/>
    </dgm:pt>
    <dgm:pt modelId="{D8A234D9-7211-4CE2-9904-AB1F2B7D5419}" type="pres">
      <dgm:prSet presAssocID="{2CF9B645-A700-438B-B5AA-A097A4D141C4}" presName="conn2-1" presStyleLbl="parChTrans1D3" presStyleIdx="0" presStyleCnt="5"/>
      <dgm:spPr/>
      <dgm:t>
        <a:bodyPr/>
        <a:lstStyle/>
        <a:p>
          <a:endParaRPr lang="en-IN"/>
        </a:p>
      </dgm:t>
    </dgm:pt>
    <dgm:pt modelId="{55849F3A-C845-4FDC-BDD1-358FFBCEE1E4}" type="pres">
      <dgm:prSet presAssocID="{2CF9B645-A700-438B-B5AA-A097A4D141C4}" presName="connTx" presStyleLbl="parChTrans1D3" presStyleIdx="0" presStyleCnt="5"/>
      <dgm:spPr/>
      <dgm:t>
        <a:bodyPr/>
        <a:lstStyle/>
        <a:p>
          <a:endParaRPr lang="en-IN"/>
        </a:p>
      </dgm:t>
    </dgm:pt>
    <dgm:pt modelId="{714C5D9D-652D-4251-8DEC-4C44D044DA9E}" type="pres">
      <dgm:prSet presAssocID="{C6F7AD7C-A32E-49EE-A788-138D2865CF3A}" presName="root2" presStyleCnt="0"/>
      <dgm:spPr/>
    </dgm:pt>
    <dgm:pt modelId="{16ACE9E1-3572-44F4-BEC7-172926E9A6A9}" type="pres">
      <dgm:prSet presAssocID="{C6F7AD7C-A32E-49EE-A788-138D2865CF3A}" presName="LevelTwoTextNode" presStyleLbl="node3" presStyleIdx="0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656D1F1-DA80-4093-B6E6-7A3681BB30C9}" type="pres">
      <dgm:prSet presAssocID="{C6F7AD7C-A32E-49EE-A788-138D2865CF3A}" presName="level3hierChild" presStyleCnt="0"/>
      <dgm:spPr/>
    </dgm:pt>
    <dgm:pt modelId="{F61FE209-33E2-4DA6-80D1-333B5B442B92}" type="pres">
      <dgm:prSet presAssocID="{65008A39-818D-4467-B8D0-A796E7DF746F}" presName="conn2-1" presStyleLbl="parChTrans1D3" presStyleIdx="1" presStyleCnt="5"/>
      <dgm:spPr/>
      <dgm:t>
        <a:bodyPr/>
        <a:lstStyle/>
        <a:p>
          <a:endParaRPr lang="en-IN"/>
        </a:p>
      </dgm:t>
    </dgm:pt>
    <dgm:pt modelId="{25C26E69-A17B-4545-86A3-81C9780686E0}" type="pres">
      <dgm:prSet presAssocID="{65008A39-818D-4467-B8D0-A796E7DF746F}" presName="connTx" presStyleLbl="parChTrans1D3" presStyleIdx="1" presStyleCnt="5"/>
      <dgm:spPr/>
      <dgm:t>
        <a:bodyPr/>
        <a:lstStyle/>
        <a:p>
          <a:endParaRPr lang="en-IN"/>
        </a:p>
      </dgm:t>
    </dgm:pt>
    <dgm:pt modelId="{BA3803C3-A21E-4092-96D4-BA95B14710F0}" type="pres">
      <dgm:prSet presAssocID="{62F93228-21FE-4595-921B-5ACD698C13B5}" presName="root2" presStyleCnt="0"/>
      <dgm:spPr/>
    </dgm:pt>
    <dgm:pt modelId="{9747F12A-4E5E-4212-9F10-C64CA18382DB}" type="pres">
      <dgm:prSet presAssocID="{62F93228-21FE-4595-921B-5ACD698C13B5}" presName="LevelTwoTextNode" presStyleLbl="node3" presStyleIdx="1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59DA37E-54D0-4297-8B27-9B4E088FD89A}" type="pres">
      <dgm:prSet presAssocID="{62F93228-21FE-4595-921B-5ACD698C13B5}" presName="level3hierChild" presStyleCnt="0"/>
      <dgm:spPr/>
    </dgm:pt>
    <dgm:pt modelId="{BD80BE86-EFA7-4415-B371-BD605337FD18}" type="pres">
      <dgm:prSet presAssocID="{8F963DA4-6D98-4168-AEC8-DE9B83A48CB8}" presName="conn2-1" presStyleLbl="parChTrans1D3" presStyleIdx="2" presStyleCnt="5"/>
      <dgm:spPr/>
      <dgm:t>
        <a:bodyPr/>
        <a:lstStyle/>
        <a:p>
          <a:endParaRPr lang="en-IN"/>
        </a:p>
      </dgm:t>
    </dgm:pt>
    <dgm:pt modelId="{A189A529-278E-42C8-ABB3-06EC5C2761EB}" type="pres">
      <dgm:prSet presAssocID="{8F963DA4-6D98-4168-AEC8-DE9B83A48CB8}" presName="connTx" presStyleLbl="parChTrans1D3" presStyleIdx="2" presStyleCnt="5"/>
      <dgm:spPr/>
      <dgm:t>
        <a:bodyPr/>
        <a:lstStyle/>
        <a:p>
          <a:endParaRPr lang="en-IN"/>
        </a:p>
      </dgm:t>
    </dgm:pt>
    <dgm:pt modelId="{5E934631-EB2E-409B-A137-77A4FF2AEECB}" type="pres">
      <dgm:prSet presAssocID="{65F8FE13-1399-47AC-9808-4410BA0F7F8A}" presName="root2" presStyleCnt="0"/>
      <dgm:spPr/>
    </dgm:pt>
    <dgm:pt modelId="{972AD8F6-9F11-4A51-9AB7-3D984F04FC79}" type="pres">
      <dgm:prSet presAssocID="{65F8FE13-1399-47AC-9808-4410BA0F7F8A}" presName="LevelTwoTextNode" presStyleLbl="node3" presStyleIdx="2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E296CB3-F73A-4D40-8260-B51ACA337880}" type="pres">
      <dgm:prSet presAssocID="{65F8FE13-1399-47AC-9808-4410BA0F7F8A}" presName="level3hierChild" presStyleCnt="0"/>
      <dgm:spPr/>
    </dgm:pt>
    <dgm:pt modelId="{77D999FC-C39F-4C62-A8E8-8D4E230F6D24}" type="pres">
      <dgm:prSet presAssocID="{ED6EC46E-8FC7-4388-9C1F-564D20EEF26C}" presName="conn2-1" presStyleLbl="parChTrans1D2" presStyleIdx="1" presStyleCnt="2"/>
      <dgm:spPr/>
      <dgm:t>
        <a:bodyPr/>
        <a:lstStyle/>
        <a:p>
          <a:endParaRPr lang="en-IN"/>
        </a:p>
      </dgm:t>
    </dgm:pt>
    <dgm:pt modelId="{7B2B42A6-D1E6-4D24-9465-F218CBCB9E8E}" type="pres">
      <dgm:prSet presAssocID="{ED6EC46E-8FC7-4388-9C1F-564D20EEF26C}" presName="connTx" presStyleLbl="parChTrans1D2" presStyleIdx="1" presStyleCnt="2"/>
      <dgm:spPr/>
      <dgm:t>
        <a:bodyPr/>
        <a:lstStyle/>
        <a:p>
          <a:endParaRPr lang="en-IN"/>
        </a:p>
      </dgm:t>
    </dgm:pt>
    <dgm:pt modelId="{B60D4FEE-F4A3-45BE-9BD4-BEFC1851EFB4}" type="pres">
      <dgm:prSet presAssocID="{1B56E9E8-340D-4832-8FB5-719F9D0E136A}" presName="root2" presStyleCnt="0"/>
      <dgm:spPr/>
    </dgm:pt>
    <dgm:pt modelId="{37DE7DAC-7314-463E-89FD-82FC02FD765B}" type="pres">
      <dgm:prSet presAssocID="{1B56E9E8-340D-4832-8FB5-719F9D0E136A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EABB568-6F6C-48E0-AA9F-57CDE20F4DF1}" type="pres">
      <dgm:prSet presAssocID="{1B56E9E8-340D-4832-8FB5-719F9D0E136A}" presName="level3hierChild" presStyleCnt="0"/>
      <dgm:spPr/>
    </dgm:pt>
    <dgm:pt modelId="{E3CE726D-6C9C-4B86-BDA3-5B7D0D402C84}" type="pres">
      <dgm:prSet presAssocID="{95613BDD-EBC3-4F21-9D7B-291C9AB01383}" presName="conn2-1" presStyleLbl="parChTrans1D3" presStyleIdx="3" presStyleCnt="5"/>
      <dgm:spPr/>
      <dgm:t>
        <a:bodyPr/>
        <a:lstStyle/>
        <a:p>
          <a:endParaRPr lang="en-IN"/>
        </a:p>
      </dgm:t>
    </dgm:pt>
    <dgm:pt modelId="{F79522B6-9B40-464A-B168-4489643E3DD5}" type="pres">
      <dgm:prSet presAssocID="{95613BDD-EBC3-4F21-9D7B-291C9AB01383}" presName="connTx" presStyleLbl="parChTrans1D3" presStyleIdx="3" presStyleCnt="5"/>
      <dgm:spPr/>
      <dgm:t>
        <a:bodyPr/>
        <a:lstStyle/>
        <a:p>
          <a:endParaRPr lang="en-IN"/>
        </a:p>
      </dgm:t>
    </dgm:pt>
    <dgm:pt modelId="{8B495C86-9CFC-4228-823F-546E8A5EF201}" type="pres">
      <dgm:prSet presAssocID="{1B272B00-632A-4531-9E2A-DC9F185D05FF}" presName="root2" presStyleCnt="0"/>
      <dgm:spPr/>
    </dgm:pt>
    <dgm:pt modelId="{914BC836-EC57-4080-B684-6F4F842132EA}" type="pres">
      <dgm:prSet presAssocID="{1B272B00-632A-4531-9E2A-DC9F185D05FF}" presName="LevelTwoTextNode" presStyleLbl="node3" presStyleIdx="3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DF845EA-5BA8-4018-AAB7-86C9BE99A613}" type="pres">
      <dgm:prSet presAssocID="{1B272B00-632A-4531-9E2A-DC9F185D05FF}" presName="level3hierChild" presStyleCnt="0"/>
      <dgm:spPr/>
    </dgm:pt>
    <dgm:pt modelId="{77CF44EE-1F5F-4876-A9B8-D99CC25A18AF}" type="pres">
      <dgm:prSet presAssocID="{B7119A34-355C-4779-AFE1-E3C5E4ADBCC6}" presName="conn2-1" presStyleLbl="parChTrans1D4" presStyleIdx="0" presStyleCnt="4"/>
      <dgm:spPr/>
      <dgm:t>
        <a:bodyPr/>
        <a:lstStyle/>
        <a:p>
          <a:endParaRPr lang="en-IN"/>
        </a:p>
      </dgm:t>
    </dgm:pt>
    <dgm:pt modelId="{A7EF3D14-1570-44E2-9282-DF480BEFC0BF}" type="pres">
      <dgm:prSet presAssocID="{B7119A34-355C-4779-AFE1-E3C5E4ADBCC6}" presName="connTx" presStyleLbl="parChTrans1D4" presStyleIdx="0" presStyleCnt="4"/>
      <dgm:spPr/>
      <dgm:t>
        <a:bodyPr/>
        <a:lstStyle/>
        <a:p>
          <a:endParaRPr lang="en-IN"/>
        </a:p>
      </dgm:t>
    </dgm:pt>
    <dgm:pt modelId="{3EB7DD2E-36E5-4B98-AAE2-4B618E6B5405}" type="pres">
      <dgm:prSet presAssocID="{C0B9BD3B-4164-460A-B2B3-585EBD3294BD}" presName="root2" presStyleCnt="0"/>
      <dgm:spPr/>
    </dgm:pt>
    <dgm:pt modelId="{149362B5-A60D-4AC2-8A09-4DC779FC9B96}" type="pres">
      <dgm:prSet presAssocID="{C0B9BD3B-4164-460A-B2B3-585EBD3294BD}" presName="LevelTwoTextNode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425A0D4-21EC-45FD-88FF-12670628AB50}" type="pres">
      <dgm:prSet presAssocID="{C0B9BD3B-4164-460A-B2B3-585EBD3294BD}" presName="level3hierChild" presStyleCnt="0"/>
      <dgm:spPr/>
    </dgm:pt>
    <dgm:pt modelId="{A6013AF0-EBD8-463A-9B1D-BD83C5854C7B}" type="pres">
      <dgm:prSet presAssocID="{DEAED356-BE75-453D-A8B0-6171B7030247}" presName="conn2-1" presStyleLbl="parChTrans1D4" presStyleIdx="1" presStyleCnt="4"/>
      <dgm:spPr/>
      <dgm:t>
        <a:bodyPr/>
        <a:lstStyle/>
        <a:p>
          <a:endParaRPr lang="en-IN"/>
        </a:p>
      </dgm:t>
    </dgm:pt>
    <dgm:pt modelId="{5F9610CF-E0EF-4F46-ABB4-2B5D535B9DA5}" type="pres">
      <dgm:prSet presAssocID="{DEAED356-BE75-453D-A8B0-6171B7030247}" presName="connTx" presStyleLbl="parChTrans1D4" presStyleIdx="1" presStyleCnt="4"/>
      <dgm:spPr/>
      <dgm:t>
        <a:bodyPr/>
        <a:lstStyle/>
        <a:p>
          <a:endParaRPr lang="en-IN"/>
        </a:p>
      </dgm:t>
    </dgm:pt>
    <dgm:pt modelId="{E3EF72BD-3FF7-4B1B-98D7-235CC4DA00A2}" type="pres">
      <dgm:prSet presAssocID="{438379F1-65B7-4EFA-AA44-54BED2BAB607}" presName="root2" presStyleCnt="0"/>
      <dgm:spPr/>
    </dgm:pt>
    <dgm:pt modelId="{5A03CF29-1D45-4FAB-93F6-A69FAB9AD60D}" type="pres">
      <dgm:prSet presAssocID="{438379F1-65B7-4EFA-AA44-54BED2BAB607}" presName="LevelTwoTextNode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25ECB84-E309-45E9-B4E5-81F3FBFE8EA9}" type="pres">
      <dgm:prSet presAssocID="{438379F1-65B7-4EFA-AA44-54BED2BAB607}" presName="level3hierChild" presStyleCnt="0"/>
      <dgm:spPr/>
    </dgm:pt>
    <dgm:pt modelId="{DDB3B74D-986A-480E-98FB-DABED550D877}" type="pres">
      <dgm:prSet presAssocID="{ABBE0A48-BD61-4057-AE33-53FA22E3C437}" presName="conn2-1" presStyleLbl="parChTrans1D3" presStyleIdx="4" presStyleCnt="5"/>
      <dgm:spPr/>
      <dgm:t>
        <a:bodyPr/>
        <a:lstStyle/>
        <a:p>
          <a:endParaRPr lang="en-IN"/>
        </a:p>
      </dgm:t>
    </dgm:pt>
    <dgm:pt modelId="{44063C43-F062-4F3F-A180-8816D00C0A89}" type="pres">
      <dgm:prSet presAssocID="{ABBE0A48-BD61-4057-AE33-53FA22E3C437}" presName="connTx" presStyleLbl="parChTrans1D3" presStyleIdx="4" presStyleCnt="5"/>
      <dgm:spPr/>
      <dgm:t>
        <a:bodyPr/>
        <a:lstStyle/>
        <a:p>
          <a:endParaRPr lang="en-IN"/>
        </a:p>
      </dgm:t>
    </dgm:pt>
    <dgm:pt modelId="{BAE047C0-4977-4F4A-ACD3-7D89825BF76C}" type="pres">
      <dgm:prSet presAssocID="{ED3F1901-2533-40EE-B74B-EB2331D930AF}" presName="root2" presStyleCnt="0"/>
      <dgm:spPr/>
    </dgm:pt>
    <dgm:pt modelId="{3D582FA8-4E36-43CB-8267-8C09E34ACB0B}" type="pres">
      <dgm:prSet presAssocID="{ED3F1901-2533-40EE-B74B-EB2331D930AF}" presName="LevelTwoTextNode" presStyleLbl="node3" presStyleIdx="4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4FF5D17-CC8F-4812-A5AB-13DF6B47E78B}" type="pres">
      <dgm:prSet presAssocID="{ED3F1901-2533-40EE-B74B-EB2331D930AF}" presName="level3hierChild" presStyleCnt="0"/>
      <dgm:spPr/>
    </dgm:pt>
    <dgm:pt modelId="{ED31AFCB-E253-4116-97F5-330478030271}" type="pres">
      <dgm:prSet presAssocID="{195ED528-9BD3-47DB-9C47-DAA77D2AC04D}" presName="conn2-1" presStyleLbl="parChTrans1D4" presStyleIdx="2" presStyleCnt="4"/>
      <dgm:spPr/>
      <dgm:t>
        <a:bodyPr/>
        <a:lstStyle/>
        <a:p>
          <a:endParaRPr lang="en-IN"/>
        </a:p>
      </dgm:t>
    </dgm:pt>
    <dgm:pt modelId="{63C3D7A5-68E4-4222-8D37-4AA49F474773}" type="pres">
      <dgm:prSet presAssocID="{195ED528-9BD3-47DB-9C47-DAA77D2AC04D}" presName="connTx" presStyleLbl="parChTrans1D4" presStyleIdx="2" presStyleCnt="4"/>
      <dgm:spPr/>
      <dgm:t>
        <a:bodyPr/>
        <a:lstStyle/>
        <a:p>
          <a:endParaRPr lang="en-IN"/>
        </a:p>
      </dgm:t>
    </dgm:pt>
    <dgm:pt modelId="{06EE8CFD-5A86-4C67-80EC-F48E88364EDF}" type="pres">
      <dgm:prSet presAssocID="{06E5C2C7-2ECA-4B68-8FC3-637349734693}" presName="root2" presStyleCnt="0"/>
      <dgm:spPr/>
    </dgm:pt>
    <dgm:pt modelId="{3A552D6C-DFBA-44E0-8C47-20063FD07F30}" type="pres">
      <dgm:prSet presAssocID="{06E5C2C7-2ECA-4B68-8FC3-637349734693}" presName="LevelTwoTextNode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480809F2-4401-4E5E-A083-AAE3F2D79821}" type="pres">
      <dgm:prSet presAssocID="{06E5C2C7-2ECA-4B68-8FC3-637349734693}" presName="level3hierChild" presStyleCnt="0"/>
      <dgm:spPr/>
    </dgm:pt>
    <dgm:pt modelId="{9D51429E-FB38-4F8E-B98F-8E44AF6E1008}" type="pres">
      <dgm:prSet presAssocID="{282871D8-A4E8-45D2-96C0-076F312B2A8E}" presName="conn2-1" presStyleLbl="parChTrans1D4" presStyleIdx="3" presStyleCnt="4"/>
      <dgm:spPr/>
      <dgm:t>
        <a:bodyPr/>
        <a:lstStyle/>
        <a:p>
          <a:endParaRPr lang="en-IN"/>
        </a:p>
      </dgm:t>
    </dgm:pt>
    <dgm:pt modelId="{193BB967-0CDB-4826-B66F-750F120577E0}" type="pres">
      <dgm:prSet presAssocID="{282871D8-A4E8-45D2-96C0-076F312B2A8E}" presName="connTx" presStyleLbl="parChTrans1D4" presStyleIdx="3" presStyleCnt="4"/>
      <dgm:spPr/>
      <dgm:t>
        <a:bodyPr/>
        <a:lstStyle/>
        <a:p>
          <a:endParaRPr lang="en-IN"/>
        </a:p>
      </dgm:t>
    </dgm:pt>
    <dgm:pt modelId="{7C24D4FC-BA1E-4FA3-8E79-0FDB041F66D8}" type="pres">
      <dgm:prSet presAssocID="{D88491C5-6F4F-4EB8-9E41-2A29C6725AA8}" presName="root2" presStyleCnt="0"/>
      <dgm:spPr/>
    </dgm:pt>
    <dgm:pt modelId="{238717C1-C395-47FE-9108-7C812A4FD8EC}" type="pres">
      <dgm:prSet presAssocID="{D88491C5-6F4F-4EB8-9E41-2A29C6725AA8}" presName="LevelTwoTextNode" presStyleLbl="node4" presStyleIdx="3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363A712-08EF-4EF7-B047-3C60F4B4E92C}" type="pres">
      <dgm:prSet presAssocID="{D88491C5-6F4F-4EB8-9E41-2A29C6725AA8}" presName="level3hierChild" presStyleCnt="0"/>
      <dgm:spPr/>
    </dgm:pt>
  </dgm:ptLst>
  <dgm:cxnLst>
    <dgm:cxn modelId="{45F26AB1-CA31-4945-9720-74C913668722}" type="presOf" srcId="{65008A39-818D-4467-B8D0-A796E7DF746F}" destId="{25C26E69-A17B-4545-86A3-81C9780686E0}" srcOrd="1" destOrd="0" presId="urn:microsoft.com/office/officeart/2008/layout/HorizontalMultiLevelHierarchy"/>
    <dgm:cxn modelId="{0301613E-A3D6-4A66-A7FA-434D383E38C1}" type="presOf" srcId="{ABBE0A48-BD61-4057-AE33-53FA22E3C437}" destId="{DDB3B74D-986A-480E-98FB-DABED550D877}" srcOrd="0" destOrd="0" presId="urn:microsoft.com/office/officeart/2008/layout/HorizontalMultiLevelHierarchy"/>
    <dgm:cxn modelId="{4573C723-B1A0-43E7-8111-E0C0F76D8E46}" type="presOf" srcId="{ABBE0A48-BD61-4057-AE33-53FA22E3C437}" destId="{44063C43-F062-4F3F-A180-8816D00C0A89}" srcOrd="1" destOrd="0" presId="urn:microsoft.com/office/officeart/2008/layout/HorizontalMultiLevelHierarchy"/>
    <dgm:cxn modelId="{374FB85E-2745-4AAE-ACC0-D53AFD32CE2B}" srcId="{7694F372-D020-4895-82C3-2348DED24760}" destId="{65F8FE13-1399-47AC-9808-4410BA0F7F8A}" srcOrd="2" destOrd="0" parTransId="{8F963DA4-6D98-4168-AEC8-DE9B83A48CB8}" sibTransId="{0314FAEF-3AC2-4177-81B3-8E1107ED3159}"/>
    <dgm:cxn modelId="{A3D43E4C-7C2C-41DB-AC53-CC99895605BD}" type="presOf" srcId="{5FB2E736-60AC-482D-A9DD-2094C58C5601}" destId="{507705F7-E0F1-4B81-91EA-BC2E984DF731}" srcOrd="0" destOrd="0" presId="urn:microsoft.com/office/officeart/2008/layout/HorizontalMultiLevelHierarchy"/>
    <dgm:cxn modelId="{FAFA4FB8-6B70-4E01-9D67-83148004DC27}" srcId="{FCF45953-4D08-47B1-8988-F5CC3DAE23E1}" destId="{03CBEB79-1CCB-45D1-A785-D81E21877C13}" srcOrd="0" destOrd="0" parTransId="{88F2E134-401C-4BBD-9E20-5FEAFB2C2289}" sibTransId="{E02BCFDA-7E73-4CA1-9FEB-84C404DD69A9}"/>
    <dgm:cxn modelId="{632BC6B8-E1E2-4D47-9021-87025A4DAAC9}" type="presOf" srcId="{ED6EC46E-8FC7-4388-9C1F-564D20EEF26C}" destId="{7B2B42A6-D1E6-4D24-9465-F218CBCB9E8E}" srcOrd="1" destOrd="0" presId="urn:microsoft.com/office/officeart/2008/layout/HorizontalMultiLevelHierarchy"/>
    <dgm:cxn modelId="{22B54A05-277B-4669-9A3D-EA26F050974A}" srcId="{1B56E9E8-340D-4832-8FB5-719F9D0E136A}" destId="{1B272B00-632A-4531-9E2A-DC9F185D05FF}" srcOrd="0" destOrd="0" parTransId="{95613BDD-EBC3-4F21-9D7B-291C9AB01383}" sibTransId="{3CEE676D-4FF9-43F9-ABC0-E4F1C7944A9E}"/>
    <dgm:cxn modelId="{89C7FAB1-19BD-499B-B06D-4F929CB5F0CE}" type="presOf" srcId="{DEAED356-BE75-453D-A8B0-6171B7030247}" destId="{A6013AF0-EBD8-463A-9B1D-BD83C5854C7B}" srcOrd="0" destOrd="0" presId="urn:microsoft.com/office/officeart/2008/layout/HorizontalMultiLevelHierarchy"/>
    <dgm:cxn modelId="{1A3BA002-3735-478E-90A7-D15AEF241A17}" srcId="{ED3F1901-2533-40EE-B74B-EB2331D930AF}" destId="{D88491C5-6F4F-4EB8-9E41-2A29C6725AA8}" srcOrd="1" destOrd="0" parTransId="{282871D8-A4E8-45D2-96C0-076F312B2A8E}" sibTransId="{AA9DC926-E7C7-46DF-8EAA-DC3E6F623F0C}"/>
    <dgm:cxn modelId="{B7C24C2F-94F5-48D3-8D1D-B871948EAEC8}" type="presOf" srcId="{C6F7AD7C-A32E-49EE-A788-138D2865CF3A}" destId="{16ACE9E1-3572-44F4-BEC7-172926E9A6A9}" srcOrd="0" destOrd="0" presId="urn:microsoft.com/office/officeart/2008/layout/HorizontalMultiLevelHierarchy"/>
    <dgm:cxn modelId="{F213C674-E575-4C6F-8E0E-F1DFFA677752}" type="presOf" srcId="{195ED528-9BD3-47DB-9C47-DAA77D2AC04D}" destId="{ED31AFCB-E253-4116-97F5-330478030271}" srcOrd="0" destOrd="0" presId="urn:microsoft.com/office/officeart/2008/layout/HorizontalMultiLevelHierarchy"/>
    <dgm:cxn modelId="{2C83DE92-B100-4DCE-9582-0501E20EFB90}" type="presOf" srcId="{ED6EC46E-8FC7-4388-9C1F-564D20EEF26C}" destId="{77D999FC-C39F-4C62-A8E8-8D4E230F6D24}" srcOrd="0" destOrd="0" presId="urn:microsoft.com/office/officeart/2008/layout/HorizontalMultiLevelHierarchy"/>
    <dgm:cxn modelId="{6742F6A4-7ABA-43F6-8500-A78E95773AC9}" type="presOf" srcId="{8F963DA4-6D98-4168-AEC8-DE9B83A48CB8}" destId="{A189A529-278E-42C8-ABB3-06EC5C2761EB}" srcOrd="1" destOrd="0" presId="urn:microsoft.com/office/officeart/2008/layout/HorizontalMultiLevelHierarchy"/>
    <dgm:cxn modelId="{2C9345B0-A351-4D69-9F4E-9EDE518EEBB7}" srcId="{1B272B00-632A-4531-9E2A-DC9F185D05FF}" destId="{438379F1-65B7-4EFA-AA44-54BED2BAB607}" srcOrd="1" destOrd="0" parTransId="{DEAED356-BE75-453D-A8B0-6171B7030247}" sibTransId="{2DBC9A2C-95A6-4210-9A63-4A5B526F707D}"/>
    <dgm:cxn modelId="{8EB2F5A4-9FEE-4EE7-9C9E-187ABC6CCC6E}" srcId="{7694F372-D020-4895-82C3-2348DED24760}" destId="{C6F7AD7C-A32E-49EE-A788-138D2865CF3A}" srcOrd="0" destOrd="0" parTransId="{2CF9B645-A700-438B-B5AA-A097A4D141C4}" sibTransId="{22EDE967-AA1C-4BC5-BBE3-65F01081E49F}"/>
    <dgm:cxn modelId="{6A731EE3-738C-4742-A25F-370998EA6FC3}" srcId="{03CBEB79-1CCB-45D1-A785-D81E21877C13}" destId="{7694F372-D020-4895-82C3-2348DED24760}" srcOrd="0" destOrd="0" parTransId="{5FB2E736-60AC-482D-A9DD-2094C58C5601}" sibTransId="{5DCCB187-8F49-414A-A086-484F1D58FACB}"/>
    <dgm:cxn modelId="{1AAA6AB6-8F07-4BCC-BC1F-C56CEFE4CDA5}" type="presOf" srcId="{195ED528-9BD3-47DB-9C47-DAA77D2AC04D}" destId="{63C3D7A5-68E4-4222-8D37-4AA49F474773}" srcOrd="1" destOrd="0" presId="urn:microsoft.com/office/officeart/2008/layout/HorizontalMultiLevelHierarchy"/>
    <dgm:cxn modelId="{DE6DF73C-73FB-4376-8266-D57C74BB85D5}" type="presOf" srcId="{7694F372-D020-4895-82C3-2348DED24760}" destId="{A980050F-95FE-49EC-9B80-DAC11BBEDEA2}" srcOrd="0" destOrd="0" presId="urn:microsoft.com/office/officeart/2008/layout/HorizontalMultiLevelHierarchy"/>
    <dgm:cxn modelId="{F4D46A50-83FD-42C6-B6FB-7B2176B6B11E}" srcId="{ED3F1901-2533-40EE-B74B-EB2331D930AF}" destId="{06E5C2C7-2ECA-4B68-8FC3-637349734693}" srcOrd="0" destOrd="0" parTransId="{195ED528-9BD3-47DB-9C47-DAA77D2AC04D}" sibTransId="{FFDB1F45-7F1B-421F-B775-9A9D3F727F52}"/>
    <dgm:cxn modelId="{A720819C-209F-499E-A384-37FE203366FE}" type="presOf" srcId="{65F8FE13-1399-47AC-9808-4410BA0F7F8A}" destId="{972AD8F6-9F11-4A51-9AB7-3D984F04FC79}" srcOrd="0" destOrd="0" presId="urn:microsoft.com/office/officeart/2008/layout/HorizontalMultiLevelHierarchy"/>
    <dgm:cxn modelId="{9EBE9556-9B59-41A9-A6B1-FC03949C9DDF}" srcId="{1B56E9E8-340D-4832-8FB5-719F9D0E136A}" destId="{ED3F1901-2533-40EE-B74B-EB2331D930AF}" srcOrd="1" destOrd="0" parTransId="{ABBE0A48-BD61-4057-AE33-53FA22E3C437}" sibTransId="{A712505B-B23C-4030-94A9-5CB4D73366D5}"/>
    <dgm:cxn modelId="{67EE38A6-9883-4FCC-8190-48C3FDE6EE42}" type="presOf" srcId="{B7119A34-355C-4779-AFE1-E3C5E4ADBCC6}" destId="{77CF44EE-1F5F-4876-A9B8-D99CC25A18AF}" srcOrd="0" destOrd="0" presId="urn:microsoft.com/office/officeart/2008/layout/HorizontalMultiLevelHierarchy"/>
    <dgm:cxn modelId="{7324E99A-529A-4221-95D1-FE81E7270C69}" type="presOf" srcId="{1B272B00-632A-4531-9E2A-DC9F185D05FF}" destId="{914BC836-EC57-4080-B684-6F4F842132EA}" srcOrd="0" destOrd="0" presId="urn:microsoft.com/office/officeart/2008/layout/HorizontalMultiLevelHierarchy"/>
    <dgm:cxn modelId="{58664863-0E5F-4EB4-8E65-31975505F036}" type="presOf" srcId="{D88491C5-6F4F-4EB8-9E41-2A29C6725AA8}" destId="{238717C1-C395-47FE-9108-7C812A4FD8EC}" srcOrd="0" destOrd="0" presId="urn:microsoft.com/office/officeart/2008/layout/HorizontalMultiLevelHierarchy"/>
    <dgm:cxn modelId="{52BC9CE1-3955-41F3-B997-F2FDD49203F7}" type="presOf" srcId="{B7119A34-355C-4779-AFE1-E3C5E4ADBCC6}" destId="{A7EF3D14-1570-44E2-9282-DF480BEFC0BF}" srcOrd="1" destOrd="0" presId="urn:microsoft.com/office/officeart/2008/layout/HorizontalMultiLevelHierarchy"/>
    <dgm:cxn modelId="{12F91C72-8C50-4334-B047-1EF7A54622B4}" type="presOf" srcId="{ED3F1901-2533-40EE-B74B-EB2331D930AF}" destId="{3D582FA8-4E36-43CB-8267-8C09E34ACB0B}" srcOrd="0" destOrd="0" presId="urn:microsoft.com/office/officeart/2008/layout/HorizontalMultiLevelHierarchy"/>
    <dgm:cxn modelId="{DAE6E89C-E2E1-4874-B668-58E90D24AC3F}" type="presOf" srcId="{95613BDD-EBC3-4F21-9D7B-291C9AB01383}" destId="{F79522B6-9B40-464A-B168-4489643E3DD5}" srcOrd="1" destOrd="0" presId="urn:microsoft.com/office/officeart/2008/layout/HorizontalMultiLevelHierarchy"/>
    <dgm:cxn modelId="{5F669CF9-F009-4490-AFB9-D7538B37BB54}" srcId="{03CBEB79-1CCB-45D1-A785-D81E21877C13}" destId="{1B56E9E8-340D-4832-8FB5-719F9D0E136A}" srcOrd="1" destOrd="0" parTransId="{ED6EC46E-8FC7-4388-9C1F-564D20EEF26C}" sibTransId="{EE75FC8E-1AAC-4746-9E2D-FA8C4A35FF4A}"/>
    <dgm:cxn modelId="{72E3CD52-E94C-47D5-B318-0E96405570D5}" srcId="{7694F372-D020-4895-82C3-2348DED24760}" destId="{62F93228-21FE-4595-921B-5ACD698C13B5}" srcOrd="1" destOrd="0" parTransId="{65008A39-818D-4467-B8D0-A796E7DF746F}" sibTransId="{92922465-F34A-4045-B788-2DA5F55DA94D}"/>
    <dgm:cxn modelId="{56195C76-9188-4848-8B71-C9FF467E54C7}" type="presOf" srcId="{FCF45953-4D08-47B1-8988-F5CC3DAE23E1}" destId="{5B3F2AA3-375F-4FBD-9C13-05AA5AE510EF}" srcOrd="0" destOrd="0" presId="urn:microsoft.com/office/officeart/2008/layout/HorizontalMultiLevelHierarchy"/>
    <dgm:cxn modelId="{9CD0EEE1-FB45-40B1-A096-91FE3FCBD0CC}" type="presOf" srcId="{C0B9BD3B-4164-460A-B2B3-585EBD3294BD}" destId="{149362B5-A60D-4AC2-8A09-4DC779FC9B96}" srcOrd="0" destOrd="0" presId="urn:microsoft.com/office/officeart/2008/layout/HorizontalMultiLevelHierarchy"/>
    <dgm:cxn modelId="{6EDE1DF5-FA2A-4D92-B57A-48431B810EB8}" type="presOf" srcId="{03CBEB79-1CCB-45D1-A785-D81E21877C13}" destId="{A23EB845-7C00-445C-8F89-22BBE33AE7C9}" srcOrd="0" destOrd="0" presId="urn:microsoft.com/office/officeart/2008/layout/HorizontalMultiLevelHierarchy"/>
    <dgm:cxn modelId="{AFC34B5F-00A4-4290-BF51-23F2F2894E4E}" type="presOf" srcId="{2CF9B645-A700-438B-B5AA-A097A4D141C4}" destId="{55849F3A-C845-4FDC-BDD1-358FFBCEE1E4}" srcOrd="1" destOrd="0" presId="urn:microsoft.com/office/officeart/2008/layout/HorizontalMultiLevelHierarchy"/>
    <dgm:cxn modelId="{F39DC736-8B02-4DE3-94D5-98093199E2D7}" type="presOf" srcId="{06E5C2C7-2ECA-4B68-8FC3-637349734693}" destId="{3A552D6C-DFBA-44E0-8C47-20063FD07F30}" srcOrd="0" destOrd="0" presId="urn:microsoft.com/office/officeart/2008/layout/HorizontalMultiLevelHierarchy"/>
    <dgm:cxn modelId="{893A2F77-CD50-46D6-A446-99DB7AF5E7D1}" type="presOf" srcId="{8F963DA4-6D98-4168-AEC8-DE9B83A48CB8}" destId="{BD80BE86-EFA7-4415-B371-BD605337FD18}" srcOrd="0" destOrd="0" presId="urn:microsoft.com/office/officeart/2008/layout/HorizontalMultiLevelHierarchy"/>
    <dgm:cxn modelId="{2D6E6FED-13E3-4361-907E-DB6F03245D68}" type="presOf" srcId="{65008A39-818D-4467-B8D0-A796E7DF746F}" destId="{F61FE209-33E2-4DA6-80D1-333B5B442B92}" srcOrd="0" destOrd="0" presId="urn:microsoft.com/office/officeart/2008/layout/HorizontalMultiLevelHierarchy"/>
    <dgm:cxn modelId="{E883BC69-3C54-4EDF-B587-AEA2DA45A3A8}" type="presOf" srcId="{DEAED356-BE75-453D-A8B0-6171B7030247}" destId="{5F9610CF-E0EF-4F46-ABB4-2B5D535B9DA5}" srcOrd="1" destOrd="0" presId="urn:microsoft.com/office/officeart/2008/layout/HorizontalMultiLevelHierarchy"/>
    <dgm:cxn modelId="{C33F964A-A251-4822-B6CA-6168EEE0DDD3}" type="presOf" srcId="{62F93228-21FE-4595-921B-5ACD698C13B5}" destId="{9747F12A-4E5E-4212-9F10-C64CA18382DB}" srcOrd="0" destOrd="0" presId="urn:microsoft.com/office/officeart/2008/layout/HorizontalMultiLevelHierarchy"/>
    <dgm:cxn modelId="{D05D79BF-DA10-44D4-B3E2-995467A5AA07}" type="presOf" srcId="{282871D8-A4E8-45D2-96C0-076F312B2A8E}" destId="{9D51429E-FB38-4F8E-B98F-8E44AF6E1008}" srcOrd="0" destOrd="0" presId="urn:microsoft.com/office/officeart/2008/layout/HorizontalMultiLevelHierarchy"/>
    <dgm:cxn modelId="{E6B56CEC-6121-4009-9B8F-8AF2EC452482}" type="presOf" srcId="{1B56E9E8-340D-4832-8FB5-719F9D0E136A}" destId="{37DE7DAC-7314-463E-89FD-82FC02FD765B}" srcOrd="0" destOrd="0" presId="urn:microsoft.com/office/officeart/2008/layout/HorizontalMultiLevelHierarchy"/>
    <dgm:cxn modelId="{FF292AE9-E843-4F54-97ED-04F505A3D1E3}" type="presOf" srcId="{2CF9B645-A700-438B-B5AA-A097A4D141C4}" destId="{D8A234D9-7211-4CE2-9904-AB1F2B7D5419}" srcOrd="0" destOrd="0" presId="urn:microsoft.com/office/officeart/2008/layout/HorizontalMultiLevelHierarchy"/>
    <dgm:cxn modelId="{971040BA-0A28-48FD-A4E6-01152355C2A2}" type="presOf" srcId="{5FB2E736-60AC-482D-A9DD-2094C58C5601}" destId="{95FC3CEB-393C-4AFE-B63C-3CDD29A6A1E6}" srcOrd="1" destOrd="0" presId="urn:microsoft.com/office/officeart/2008/layout/HorizontalMultiLevelHierarchy"/>
    <dgm:cxn modelId="{740A368F-AFA8-4D30-9813-99555B22CF23}" type="presOf" srcId="{282871D8-A4E8-45D2-96C0-076F312B2A8E}" destId="{193BB967-0CDB-4826-B66F-750F120577E0}" srcOrd="1" destOrd="0" presId="urn:microsoft.com/office/officeart/2008/layout/HorizontalMultiLevelHierarchy"/>
    <dgm:cxn modelId="{94D90B5B-8F33-4880-A490-699BFBEA3749}" srcId="{1B272B00-632A-4531-9E2A-DC9F185D05FF}" destId="{C0B9BD3B-4164-460A-B2B3-585EBD3294BD}" srcOrd="0" destOrd="0" parTransId="{B7119A34-355C-4779-AFE1-E3C5E4ADBCC6}" sibTransId="{48D53736-081E-482D-996C-764988DCEB4F}"/>
    <dgm:cxn modelId="{9343F23A-AFEA-44BB-BA86-A9A623A6F0E4}" type="presOf" srcId="{95613BDD-EBC3-4F21-9D7B-291C9AB01383}" destId="{E3CE726D-6C9C-4B86-BDA3-5B7D0D402C84}" srcOrd="0" destOrd="0" presId="urn:microsoft.com/office/officeart/2008/layout/HorizontalMultiLevelHierarchy"/>
    <dgm:cxn modelId="{A0E42733-EB8B-4667-952D-323218389B69}" type="presOf" srcId="{438379F1-65B7-4EFA-AA44-54BED2BAB607}" destId="{5A03CF29-1D45-4FAB-93F6-A69FAB9AD60D}" srcOrd="0" destOrd="0" presId="urn:microsoft.com/office/officeart/2008/layout/HorizontalMultiLevelHierarchy"/>
    <dgm:cxn modelId="{563E8B08-382C-435E-99B4-10F869A506A5}" type="presParOf" srcId="{5B3F2AA3-375F-4FBD-9C13-05AA5AE510EF}" destId="{5A02C027-4742-42B6-839D-FD091E021B4E}" srcOrd="0" destOrd="0" presId="urn:microsoft.com/office/officeart/2008/layout/HorizontalMultiLevelHierarchy"/>
    <dgm:cxn modelId="{60AD0D51-5854-480B-A9BF-7B8E74973BF9}" type="presParOf" srcId="{5A02C027-4742-42B6-839D-FD091E021B4E}" destId="{A23EB845-7C00-445C-8F89-22BBE33AE7C9}" srcOrd="0" destOrd="0" presId="urn:microsoft.com/office/officeart/2008/layout/HorizontalMultiLevelHierarchy"/>
    <dgm:cxn modelId="{20C1B5C6-FE77-4BE6-9046-0AE341BCD875}" type="presParOf" srcId="{5A02C027-4742-42B6-839D-FD091E021B4E}" destId="{5CFB7F82-1DB1-4AED-BB63-1139E5C2778C}" srcOrd="1" destOrd="0" presId="urn:microsoft.com/office/officeart/2008/layout/HorizontalMultiLevelHierarchy"/>
    <dgm:cxn modelId="{1FC73A3D-F4F0-412D-AC37-AE567AB7D8FC}" type="presParOf" srcId="{5CFB7F82-1DB1-4AED-BB63-1139E5C2778C}" destId="{507705F7-E0F1-4B81-91EA-BC2E984DF731}" srcOrd="0" destOrd="0" presId="urn:microsoft.com/office/officeart/2008/layout/HorizontalMultiLevelHierarchy"/>
    <dgm:cxn modelId="{97B0CDD0-08B4-4BF0-8C81-ECDF3D7DB94B}" type="presParOf" srcId="{507705F7-E0F1-4B81-91EA-BC2E984DF731}" destId="{95FC3CEB-393C-4AFE-B63C-3CDD29A6A1E6}" srcOrd="0" destOrd="0" presId="urn:microsoft.com/office/officeart/2008/layout/HorizontalMultiLevelHierarchy"/>
    <dgm:cxn modelId="{7C71FECD-BDA6-47B2-91AE-4BB017BE1BD0}" type="presParOf" srcId="{5CFB7F82-1DB1-4AED-BB63-1139E5C2778C}" destId="{16ED4900-E25F-4326-9980-DE50E2517E99}" srcOrd="1" destOrd="0" presId="urn:microsoft.com/office/officeart/2008/layout/HorizontalMultiLevelHierarchy"/>
    <dgm:cxn modelId="{EE4B1EC2-A469-4C94-9A70-59523812537B}" type="presParOf" srcId="{16ED4900-E25F-4326-9980-DE50E2517E99}" destId="{A980050F-95FE-49EC-9B80-DAC11BBEDEA2}" srcOrd="0" destOrd="0" presId="urn:microsoft.com/office/officeart/2008/layout/HorizontalMultiLevelHierarchy"/>
    <dgm:cxn modelId="{DAC806EB-C84D-4054-B0BB-05CBD35D55C3}" type="presParOf" srcId="{16ED4900-E25F-4326-9980-DE50E2517E99}" destId="{F78B1744-3A0B-4D0B-8162-79CFEB52F79D}" srcOrd="1" destOrd="0" presId="urn:microsoft.com/office/officeart/2008/layout/HorizontalMultiLevelHierarchy"/>
    <dgm:cxn modelId="{75A2A3A0-326E-4F80-8D3A-75301D4DC1B9}" type="presParOf" srcId="{F78B1744-3A0B-4D0B-8162-79CFEB52F79D}" destId="{D8A234D9-7211-4CE2-9904-AB1F2B7D5419}" srcOrd="0" destOrd="0" presId="urn:microsoft.com/office/officeart/2008/layout/HorizontalMultiLevelHierarchy"/>
    <dgm:cxn modelId="{9A137F76-4CCE-45C6-83DF-7E6F58328635}" type="presParOf" srcId="{D8A234D9-7211-4CE2-9904-AB1F2B7D5419}" destId="{55849F3A-C845-4FDC-BDD1-358FFBCEE1E4}" srcOrd="0" destOrd="0" presId="urn:microsoft.com/office/officeart/2008/layout/HorizontalMultiLevelHierarchy"/>
    <dgm:cxn modelId="{8CE0B839-6114-4064-B219-4741DF71B4B4}" type="presParOf" srcId="{F78B1744-3A0B-4D0B-8162-79CFEB52F79D}" destId="{714C5D9D-652D-4251-8DEC-4C44D044DA9E}" srcOrd="1" destOrd="0" presId="urn:microsoft.com/office/officeart/2008/layout/HorizontalMultiLevelHierarchy"/>
    <dgm:cxn modelId="{C7157BBF-2E01-4B49-8103-324D4FCC0AA3}" type="presParOf" srcId="{714C5D9D-652D-4251-8DEC-4C44D044DA9E}" destId="{16ACE9E1-3572-44F4-BEC7-172926E9A6A9}" srcOrd="0" destOrd="0" presId="urn:microsoft.com/office/officeart/2008/layout/HorizontalMultiLevelHierarchy"/>
    <dgm:cxn modelId="{A3711C62-5A32-4ECC-9929-DB2B446D88C6}" type="presParOf" srcId="{714C5D9D-652D-4251-8DEC-4C44D044DA9E}" destId="{B656D1F1-DA80-4093-B6E6-7A3681BB30C9}" srcOrd="1" destOrd="0" presId="urn:microsoft.com/office/officeart/2008/layout/HorizontalMultiLevelHierarchy"/>
    <dgm:cxn modelId="{170423A1-C1AF-49EC-974A-C35F87AE2956}" type="presParOf" srcId="{F78B1744-3A0B-4D0B-8162-79CFEB52F79D}" destId="{F61FE209-33E2-4DA6-80D1-333B5B442B92}" srcOrd="2" destOrd="0" presId="urn:microsoft.com/office/officeart/2008/layout/HorizontalMultiLevelHierarchy"/>
    <dgm:cxn modelId="{ED3F89CA-3ABB-4F79-91F7-FAB52695D1B0}" type="presParOf" srcId="{F61FE209-33E2-4DA6-80D1-333B5B442B92}" destId="{25C26E69-A17B-4545-86A3-81C9780686E0}" srcOrd="0" destOrd="0" presId="urn:microsoft.com/office/officeart/2008/layout/HorizontalMultiLevelHierarchy"/>
    <dgm:cxn modelId="{D5B70AF5-4494-4859-AF5B-24AD8059FE27}" type="presParOf" srcId="{F78B1744-3A0B-4D0B-8162-79CFEB52F79D}" destId="{BA3803C3-A21E-4092-96D4-BA95B14710F0}" srcOrd="3" destOrd="0" presId="urn:microsoft.com/office/officeart/2008/layout/HorizontalMultiLevelHierarchy"/>
    <dgm:cxn modelId="{8F41B2A7-E903-4AC3-93A8-5EEA5D3722BF}" type="presParOf" srcId="{BA3803C3-A21E-4092-96D4-BA95B14710F0}" destId="{9747F12A-4E5E-4212-9F10-C64CA18382DB}" srcOrd="0" destOrd="0" presId="urn:microsoft.com/office/officeart/2008/layout/HorizontalMultiLevelHierarchy"/>
    <dgm:cxn modelId="{0F07016A-BEB0-4334-8704-B8DE540D87C2}" type="presParOf" srcId="{BA3803C3-A21E-4092-96D4-BA95B14710F0}" destId="{E59DA37E-54D0-4297-8B27-9B4E088FD89A}" srcOrd="1" destOrd="0" presId="urn:microsoft.com/office/officeart/2008/layout/HorizontalMultiLevelHierarchy"/>
    <dgm:cxn modelId="{A97E2BD5-AABD-4467-A01E-7050D7C72CEF}" type="presParOf" srcId="{F78B1744-3A0B-4D0B-8162-79CFEB52F79D}" destId="{BD80BE86-EFA7-4415-B371-BD605337FD18}" srcOrd="4" destOrd="0" presId="urn:microsoft.com/office/officeart/2008/layout/HorizontalMultiLevelHierarchy"/>
    <dgm:cxn modelId="{7D3DE59C-56B8-43A0-B6C1-7CA60CCA91D7}" type="presParOf" srcId="{BD80BE86-EFA7-4415-B371-BD605337FD18}" destId="{A189A529-278E-42C8-ABB3-06EC5C2761EB}" srcOrd="0" destOrd="0" presId="urn:microsoft.com/office/officeart/2008/layout/HorizontalMultiLevelHierarchy"/>
    <dgm:cxn modelId="{CEA9D198-D07B-4351-A6F8-1C57094A82B7}" type="presParOf" srcId="{F78B1744-3A0B-4D0B-8162-79CFEB52F79D}" destId="{5E934631-EB2E-409B-A137-77A4FF2AEECB}" srcOrd="5" destOrd="0" presId="urn:microsoft.com/office/officeart/2008/layout/HorizontalMultiLevelHierarchy"/>
    <dgm:cxn modelId="{35A7D6E2-8F66-4FC7-A807-860B18C7FD18}" type="presParOf" srcId="{5E934631-EB2E-409B-A137-77A4FF2AEECB}" destId="{972AD8F6-9F11-4A51-9AB7-3D984F04FC79}" srcOrd="0" destOrd="0" presId="urn:microsoft.com/office/officeart/2008/layout/HorizontalMultiLevelHierarchy"/>
    <dgm:cxn modelId="{78FF5D50-6D85-451B-A378-6A85EBACB651}" type="presParOf" srcId="{5E934631-EB2E-409B-A137-77A4FF2AEECB}" destId="{AE296CB3-F73A-4D40-8260-B51ACA337880}" srcOrd="1" destOrd="0" presId="urn:microsoft.com/office/officeart/2008/layout/HorizontalMultiLevelHierarchy"/>
    <dgm:cxn modelId="{E47A9F86-C3F3-4422-8600-661369EC6706}" type="presParOf" srcId="{5CFB7F82-1DB1-4AED-BB63-1139E5C2778C}" destId="{77D999FC-C39F-4C62-A8E8-8D4E230F6D24}" srcOrd="2" destOrd="0" presId="urn:microsoft.com/office/officeart/2008/layout/HorizontalMultiLevelHierarchy"/>
    <dgm:cxn modelId="{4F7AFDCE-5B25-417E-9FB0-5C2CC1550F4C}" type="presParOf" srcId="{77D999FC-C39F-4C62-A8E8-8D4E230F6D24}" destId="{7B2B42A6-D1E6-4D24-9465-F218CBCB9E8E}" srcOrd="0" destOrd="0" presId="urn:microsoft.com/office/officeart/2008/layout/HorizontalMultiLevelHierarchy"/>
    <dgm:cxn modelId="{A7FFFAE5-6C3A-4769-A10F-46B91C9D1C4E}" type="presParOf" srcId="{5CFB7F82-1DB1-4AED-BB63-1139E5C2778C}" destId="{B60D4FEE-F4A3-45BE-9BD4-BEFC1851EFB4}" srcOrd="3" destOrd="0" presId="urn:microsoft.com/office/officeart/2008/layout/HorizontalMultiLevelHierarchy"/>
    <dgm:cxn modelId="{2B7A7365-6592-4D7E-8E18-8CBB0D56B3F9}" type="presParOf" srcId="{B60D4FEE-F4A3-45BE-9BD4-BEFC1851EFB4}" destId="{37DE7DAC-7314-463E-89FD-82FC02FD765B}" srcOrd="0" destOrd="0" presId="urn:microsoft.com/office/officeart/2008/layout/HorizontalMultiLevelHierarchy"/>
    <dgm:cxn modelId="{318FF3DC-09D7-4656-9AEC-CA74C1DFBA7C}" type="presParOf" srcId="{B60D4FEE-F4A3-45BE-9BD4-BEFC1851EFB4}" destId="{1EABB568-6F6C-48E0-AA9F-57CDE20F4DF1}" srcOrd="1" destOrd="0" presId="urn:microsoft.com/office/officeart/2008/layout/HorizontalMultiLevelHierarchy"/>
    <dgm:cxn modelId="{5CA4BEB3-23C9-402C-BE4A-C62DC8FB4771}" type="presParOf" srcId="{1EABB568-6F6C-48E0-AA9F-57CDE20F4DF1}" destId="{E3CE726D-6C9C-4B86-BDA3-5B7D0D402C84}" srcOrd="0" destOrd="0" presId="urn:microsoft.com/office/officeart/2008/layout/HorizontalMultiLevelHierarchy"/>
    <dgm:cxn modelId="{83DB9B1E-2EAA-4EF6-84BA-FF9F8D16042A}" type="presParOf" srcId="{E3CE726D-6C9C-4B86-BDA3-5B7D0D402C84}" destId="{F79522B6-9B40-464A-B168-4489643E3DD5}" srcOrd="0" destOrd="0" presId="urn:microsoft.com/office/officeart/2008/layout/HorizontalMultiLevelHierarchy"/>
    <dgm:cxn modelId="{445012D6-0FF9-40E2-B09A-6004519F460E}" type="presParOf" srcId="{1EABB568-6F6C-48E0-AA9F-57CDE20F4DF1}" destId="{8B495C86-9CFC-4228-823F-546E8A5EF201}" srcOrd="1" destOrd="0" presId="urn:microsoft.com/office/officeart/2008/layout/HorizontalMultiLevelHierarchy"/>
    <dgm:cxn modelId="{06EC8AF2-139D-471F-8CB5-B6191D843EE3}" type="presParOf" srcId="{8B495C86-9CFC-4228-823F-546E8A5EF201}" destId="{914BC836-EC57-4080-B684-6F4F842132EA}" srcOrd="0" destOrd="0" presId="urn:microsoft.com/office/officeart/2008/layout/HorizontalMultiLevelHierarchy"/>
    <dgm:cxn modelId="{770B9F86-10C1-4275-BC9B-8EA9EC1839AF}" type="presParOf" srcId="{8B495C86-9CFC-4228-823F-546E8A5EF201}" destId="{5DF845EA-5BA8-4018-AAB7-86C9BE99A613}" srcOrd="1" destOrd="0" presId="urn:microsoft.com/office/officeart/2008/layout/HorizontalMultiLevelHierarchy"/>
    <dgm:cxn modelId="{939E9930-1F70-4CDF-9AEF-34D0775F001F}" type="presParOf" srcId="{5DF845EA-5BA8-4018-AAB7-86C9BE99A613}" destId="{77CF44EE-1F5F-4876-A9B8-D99CC25A18AF}" srcOrd="0" destOrd="0" presId="urn:microsoft.com/office/officeart/2008/layout/HorizontalMultiLevelHierarchy"/>
    <dgm:cxn modelId="{D6F199C5-63E4-446F-91B8-BC0494BA2608}" type="presParOf" srcId="{77CF44EE-1F5F-4876-A9B8-D99CC25A18AF}" destId="{A7EF3D14-1570-44E2-9282-DF480BEFC0BF}" srcOrd="0" destOrd="0" presId="urn:microsoft.com/office/officeart/2008/layout/HorizontalMultiLevelHierarchy"/>
    <dgm:cxn modelId="{03C66C04-F90C-43EC-8CCC-15A8CC5C5CA3}" type="presParOf" srcId="{5DF845EA-5BA8-4018-AAB7-86C9BE99A613}" destId="{3EB7DD2E-36E5-4B98-AAE2-4B618E6B5405}" srcOrd="1" destOrd="0" presId="urn:microsoft.com/office/officeart/2008/layout/HorizontalMultiLevelHierarchy"/>
    <dgm:cxn modelId="{56BC621B-2EC0-469F-94F1-C3BCEB58B416}" type="presParOf" srcId="{3EB7DD2E-36E5-4B98-AAE2-4B618E6B5405}" destId="{149362B5-A60D-4AC2-8A09-4DC779FC9B96}" srcOrd="0" destOrd="0" presId="urn:microsoft.com/office/officeart/2008/layout/HorizontalMultiLevelHierarchy"/>
    <dgm:cxn modelId="{82FB718F-39B7-4BF5-B9B5-935C3C0609A6}" type="presParOf" srcId="{3EB7DD2E-36E5-4B98-AAE2-4B618E6B5405}" destId="{3425A0D4-21EC-45FD-88FF-12670628AB50}" srcOrd="1" destOrd="0" presId="urn:microsoft.com/office/officeart/2008/layout/HorizontalMultiLevelHierarchy"/>
    <dgm:cxn modelId="{E4FB1CCB-069A-4AE3-8A6F-ABF610F33905}" type="presParOf" srcId="{5DF845EA-5BA8-4018-AAB7-86C9BE99A613}" destId="{A6013AF0-EBD8-463A-9B1D-BD83C5854C7B}" srcOrd="2" destOrd="0" presId="urn:microsoft.com/office/officeart/2008/layout/HorizontalMultiLevelHierarchy"/>
    <dgm:cxn modelId="{3BAE9469-CBA0-4A4F-BEE6-CFC06D9EA780}" type="presParOf" srcId="{A6013AF0-EBD8-463A-9B1D-BD83C5854C7B}" destId="{5F9610CF-E0EF-4F46-ABB4-2B5D535B9DA5}" srcOrd="0" destOrd="0" presId="urn:microsoft.com/office/officeart/2008/layout/HorizontalMultiLevelHierarchy"/>
    <dgm:cxn modelId="{305B1954-747D-4B50-9B60-951ED23D527F}" type="presParOf" srcId="{5DF845EA-5BA8-4018-AAB7-86C9BE99A613}" destId="{E3EF72BD-3FF7-4B1B-98D7-235CC4DA00A2}" srcOrd="3" destOrd="0" presId="urn:microsoft.com/office/officeart/2008/layout/HorizontalMultiLevelHierarchy"/>
    <dgm:cxn modelId="{1C65FE39-186B-4BA0-A482-35EB268DE9E9}" type="presParOf" srcId="{E3EF72BD-3FF7-4B1B-98D7-235CC4DA00A2}" destId="{5A03CF29-1D45-4FAB-93F6-A69FAB9AD60D}" srcOrd="0" destOrd="0" presId="urn:microsoft.com/office/officeart/2008/layout/HorizontalMultiLevelHierarchy"/>
    <dgm:cxn modelId="{151A5C9B-757C-44CD-AD3B-59FA094DE071}" type="presParOf" srcId="{E3EF72BD-3FF7-4B1B-98D7-235CC4DA00A2}" destId="{525ECB84-E309-45E9-B4E5-81F3FBFE8EA9}" srcOrd="1" destOrd="0" presId="urn:microsoft.com/office/officeart/2008/layout/HorizontalMultiLevelHierarchy"/>
    <dgm:cxn modelId="{B3F9C090-4BC4-447B-9751-8E3F6329BFCB}" type="presParOf" srcId="{1EABB568-6F6C-48E0-AA9F-57CDE20F4DF1}" destId="{DDB3B74D-986A-480E-98FB-DABED550D877}" srcOrd="2" destOrd="0" presId="urn:microsoft.com/office/officeart/2008/layout/HorizontalMultiLevelHierarchy"/>
    <dgm:cxn modelId="{6F4F11D0-A162-4334-925D-9AAED224DEE2}" type="presParOf" srcId="{DDB3B74D-986A-480E-98FB-DABED550D877}" destId="{44063C43-F062-4F3F-A180-8816D00C0A89}" srcOrd="0" destOrd="0" presId="urn:microsoft.com/office/officeart/2008/layout/HorizontalMultiLevelHierarchy"/>
    <dgm:cxn modelId="{029E7799-3E7C-4274-B953-947C60D2A1DB}" type="presParOf" srcId="{1EABB568-6F6C-48E0-AA9F-57CDE20F4DF1}" destId="{BAE047C0-4977-4F4A-ACD3-7D89825BF76C}" srcOrd="3" destOrd="0" presId="urn:microsoft.com/office/officeart/2008/layout/HorizontalMultiLevelHierarchy"/>
    <dgm:cxn modelId="{9263DA43-8C8B-42FB-82C0-DFA168A28754}" type="presParOf" srcId="{BAE047C0-4977-4F4A-ACD3-7D89825BF76C}" destId="{3D582FA8-4E36-43CB-8267-8C09E34ACB0B}" srcOrd="0" destOrd="0" presId="urn:microsoft.com/office/officeart/2008/layout/HorizontalMultiLevelHierarchy"/>
    <dgm:cxn modelId="{2C7D3D40-6357-4D07-92A1-269C603C7209}" type="presParOf" srcId="{BAE047C0-4977-4F4A-ACD3-7D89825BF76C}" destId="{24FF5D17-CC8F-4812-A5AB-13DF6B47E78B}" srcOrd="1" destOrd="0" presId="urn:microsoft.com/office/officeart/2008/layout/HorizontalMultiLevelHierarchy"/>
    <dgm:cxn modelId="{C856EA68-79D4-46F3-A30A-AF0F5CEB73BD}" type="presParOf" srcId="{24FF5D17-CC8F-4812-A5AB-13DF6B47E78B}" destId="{ED31AFCB-E253-4116-97F5-330478030271}" srcOrd="0" destOrd="0" presId="urn:microsoft.com/office/officeart/2008/layout/HorizontalMultiLevelHierarchy"/>
    <dgm:cxn modelId="{7597DEB7-BD5B-4C5A-A64F-0F10AB1A35E4}" type="presParOf" srcId="{ED31AFCB-E253-4116-97F5-330478030271}" destId="{63C3D7A5-68E4-4222-8D37-4AA49F474773}" srcOrd="0" destOrd="0" presId="urn:microsoft.com/office/officeart/2008/layout/HorizontalMultiLevelHierarchy"/>
    <dgm:cxn modelId="{6B8FEFEE-0A9B-446B-BC23-F216CCB88B27}" type="presParOf" srcId="{24FF5D17-CC8F-4812-A5AB-13DF6B47E78B}" destId="{06EE8CFD-5A86-4C67-80EC-F48E88364EDF}" srcOrd="1" destOrd="0" presId="urn:microsoft.com/office/officeart/2008/layout/HorizontalMultiLevelHierarchy"/>
    <dgm:cxn modelId="{7F832843-93AB-4758-B091-79170CF71DD4}" type="presParOf" srcId="{06EE8CFD-5A86-4C67-80EC-F48E88364EDF}" destId="{3A552D6C-DFBA-44E0-8C47-20063FD07F30}" srcOrd="0" destOrd="0" presId="urn:microsoft.com/office/officeart/2008/layout/HorizontalMultiLevelHierarchy"/>
    <dgm:cxn modelId="{ACFADA9F-BC77-4812-B307-3902F52876F6}" type="presParOf" srcId="{06EE8CFD-5A86-4C67-80EC-F48E88364EDF}" destId="{480809F2-4401-4E5E-A083-AAE3F2D79821}" srcOrd="1" destOrd="0" presId="urn:microsoft.com/office/officeart/2008/layout/HorizontalMultiLevelHierarchy"/>
    <dgm:cxn modelId="{9771F6E6-3862-428E-AD61-106264F2A02A}" type="presParOf" srcId="{24FF5D17-CC8F-4812-A5AB-13DF6B47E78B}" destId="{9D51429E-FB38-4F8E-B98F-8E44AF6E1008}" srcOrd="2" destOrd="0" presId="urn:microsoft.com/office/officeart/2008/layout/HorizontalMultiLevelHierarchy"/>
    <dgm:cxn modelId="{69DE52B7-CBBD-45A5-BBE3-EF324B513D2E}" type="presParOf" srcId="{9D51429E-FB38-4F8E-B98F-8E44AF6E1008}" destId="{193BB967-0CDB-4826-B66F-750F120577E0}" srcOrd="0" destOrd="0" presId="urn:microsoft.com/office/officeart/2008/layout/HorizontalMultiLevelHierarchy"/>
    <dgm:cxn modelId="{48939288-BB94-47EA-83F9-A8C24BF13844}" type="presParOf" srcId="{24FF5D17-CC8F-4812-A5AB-13DF6B47E78B}" destId="{7C24D4FC-BA1E-4FA3-8E79-0FDB041F66D8}" srcOrd="3" destOrd="0" presId="urn:microsoft.com/office/officeart/2008/layout/HorizontalMultiLevelHierarchy"/>
    <dgm:cxn modelId="{D2DE00E4-791C-4780-B118-2646FF003178}" type="presParOf" srcId="{7C24D4FC-BA1E-4FA3-8E79-0FDB041F66D8}" destId="{238717C1-C395-47FE-9108-7C812A4FD8EC}" srcOrd="0" destOrd="0" presId="urn:microsoft.com/office/officeart/2008/layout/HorizontalMultiLevelHierarchy"/>
    <dgm:cxn modelId="{4EED283A-B70E-45E2-8037-C2D693F1774E}" type="presParOf" srcId="{7C24D4FC-BA1E-4FA3-8E79-0FDB041F66D8}" destId="{E363A712-08EF-4EF7-B047-3C60F4B4E92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51429E-FB38-4F8E-B98F-8E44AF6E1008}">
      <dsp:nvSpPr>
        <dsp:cNvPr id="0" name=""/>
        <dsp:cNvSpPr/>
      </dsp:nvSpPr>
      <dsp:spPr>
        <a:xfrm>
          <a:off x="6801110" y="4006561"/>
          <a:ext cx="356362" cy="3395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181" y="0"/>
              </a:lnTo>
              <a:lnTo>
                <a:pt x="178181" y="339521"/>
              </a:lnTo>
              <a:lnTo>
                <a:pt x="356362" y="3395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6966986" y="4164017"/>
        <a:ext cx="24610" cy="24610"/>
      </dsp:txXfrm>
    </dsp:sp>
    <dsp:sp modelId="{ED31AFCB-E253-4116-97F5-330478030271}">
      <dsp:nvSpPr>
        <dsp:cNvPr id="0" name=""/>
        <dsp:cNvSpPr/>
      </dsp:nvSpPr>
      <dsp:spPr>
        <a:xfrm>
          <a:off x="6801110" y="3667039"/>
          <a:ext cx="356362" cy="339521"/>
        </a:xfrm>
        <a:custGeom>
          <a:avLst/>
          <a:gdLst/>
          <a:ahLst/>
          <a:cxnLst/>
          <a:rect l="0" t="0" r="0" b="0"/>
          <a:pathLst>
            <a:path>
              <a:moveTo>
                <a:pt x="0" y="339521"/>
              </a:moveTo>
              <a:lnTo>
                <a:pt x="178181" y="339521"/>
              </a:lnTo>
              <a:lnTo>
                <a:pt x="178181" y="0"/>
              </a:lnTo>
              <a:lnTo>
                <a:pt x="35636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6966986" y="3824495"/>
        <a:ext cx="24610" cy="24610"/>
      </dsp:txXfrm>
    </dsp:sp>
    <dsp:sp modelId="{DDB3B74D-986A-480E-98FB-DABED550D877}">
      <dsp:nvSpPr>
        <dsp:cNvPr id="0" name=""/>
        <dsp:cNvSpPr/>
      </dsp:nvSpPr>
      <dsp:spPr>
        <a:xfrm>
          <a:off x="4662937" y="3327517"/>
          <a:ext cx="356362" cy="6790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181" y="0"/>
              </a:lnTo>
              <a:lnTo>
                <a:pt x="178181" y="679043"/>
              </a:lnTo>
              <a:lnTo>
                <a:pt x="356362" y="6790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821946" y="3647867"/>
        <a:ext cx="38343" cy="38343"/>
      </dsp:txXfrm>
    </dsp:sp>
    <dsp:sp modelId="{A6013AF0-EBD8-463A-9B1D-BD83C5854C7B}">
      <dsp:nvSpPr>
        <dsp:cNvPr id="0" name=""/>
        <dsp:cNvSpPr/>
      </dsp:nvSpPr>
      <dsp:spPr>
        <a:xfrm>
          <a:off x="6801110" y="2648473"/>
          <a:ext cx="356362" cy="3395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181" y="0"/>
              </a:lnTo>
              <a:lnTo>
                <a:pt x="178181" y="339521"/>
              </a:lnTo>
              <a:lnTo>
                <a:pt x="356362" y="3395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6966986" y="2805929"/>
        <a:ext cx="24610" cy="24610"/>
      </dsp:txXfrm>
    </dsp:sp>
    <dsp:sp modelId="{77CF44EE-1F5F-4876-A9B8-D99CC25A18AF}">
      <dsp:nvSpPr>
        <dsp:cNvPr id="0" name=""/>
        <dsp:cNvSpPr/>
      </dsp:nvSpPr>
      <dsp:spPr>
        <a:xfrm>
          <a:off x="6801110" y="2308952"/>
          <a:ext cx="356362" cy="339521"/>
        </a:xfrm>
        <a:custGeom>
          <a:avLst/>
          <a:gdLst/>
          <a:ahLst/>
          <a:cxnLst/>
          <a:rect l="0" t="0" r="0" b="0"/>
          <a:pathLst>
            <a:path>
              <a:moveTo>
                <a:pt x="0" y="339521"/>
              </a:moveTo>
              <a:lnTo>
                <a:pt x="178181" y="339521"/>
              </a:lnTo>
              <a:lnTo>
                <a:pt x="178181" y="0"/>
              </a:lnTo>
              <a:lnTo>
                <a:pt x="35636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6966986" y="2466407"/>
        <a:ext cx="24610" cy="24610"/>
      </dsp:txXfrm>
    </dsp:sp>
    <dsp:sp modelId="{E3CE726D-6C9C-4B86-BDA3-5B7D0D402C84}">
      <dsp:nvSpPr>
        <dsp:cNvPr id="0" name=""/>
        <dsp:cNvSpPr/>
      </dsp:nvSpPr>
      <dsp:spPr>
        <a:xfrm>
          <a:off x="4662937" y="2648473"/>
          <a:ext cx="356362" cy="679043"/>
        </a:xfrm>
        <a:custGeom>
          <a:avLst/>
          <a:gdLst/>
          <a:ahLst/>
          <a:cxnLst/>
          <a:rect l="0" t="0" r="0" b="0"/>
          <a:pathLst>
            <a:path>
              <a:moveTo>
                <a:pt x="0" y="679043"/>
              </a:moveTo>
              <a:lnTo>
                <a:pt x="178181" y="679043"/>
              </a:lnTo>
              <a:lnTo>
                <a:pt x="178181" y="0"/>
              </a:lnTo>
              <a:lnTo>
                <a:pt x="35636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821946" y="2968824"/>
        <a:ext cx="38343" cy="38343"/>
      </dsp:txXfrm>
    </dsp:sp>
    <dsp:sp modelId="{77D999FC-C39F-4C62-A8E8-8D4E230F6D24}">
      <dsp:nvSpPr>
        <dsp:cNvPr id="0" name=""/>
        <dsp:cNvSpPr/>
      </dsp:nvSpPr>
      <dsp:spPr>
        <a:xfrm>
          <a:off x="2524764" y="2139191"/>
          <a:ext cx="356362" cy="1188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181" y="0"/>
              </a:lnTo>
              <a:lnTo>
                <a:pt x="178181" y="1188326"/>
              </a:lnTo>
              <a:lnTo>
                <a:pt x="356362" y="11883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671930" y="2702339"/>
        <a:ext cx="62030" cy="62030"/>
      </dsp:txXfrm>
    </dsp:sp>
    <dsp:sp modelId="{BD80BE86-EFA7-4415-B371-BD605337FD18}">
      <dsp:nvSpPr>
        <dsp:cNvPr id="0" name=""/>
        <dsp:cNvSpPr/>
      </dsp:nvSpPr>
      <dsp:spPr>
        <a:xfrm>
          <a:off x="4662937" y="950864"/>
          <a:ext cx="356362" cy="6790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181" y="0"/>
              </a:lnTo>
              <a:lnTo>
                <a:pt x="178181" y="679043"/>
              </a:lnTo>
              <a:lnTo>
                <a:pt x="356362" y="6790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821946" y="1271214"/>
        <a:ext cx="38343" cy="38343"/>
      </dsp:txXfrm>
    </dsp:sp>
    <dsp:sp modelId="{F61FE209-33E2-4DA6-80D1-333B5B442B92}">
      <dsp:nvSpPr>
        <dsp:cNvPr id="0" name=""/>
        <dsp:cNvSpPr/>
      </dsp:nvSpPr>
      <dsp:spPr>
        <a:xfrm>
          <a:off x="4662937" y="905144"/>
          <a:ext cx="3563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36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832209" y="941955"/>
        <a:ext cx="17818" cy="17818"/>
      </dsp:txXfrm>
    </dsp:sp>
    <dsp:sp modelId="{D8A234D9-7211-4CE2-9904-AB1F2B7D5419}">
      <dsp:nvSpPr>
        <dsp:cNvPr id="0" name=""/>
        <dsp:cNvSpPr/>
      </dsp:nvSpPr>
      <dsp:spPr>
        <a:xfrm>
          <a:off x="4662937" y="271820"/>
          <a:ext cx="356362" cy="679043"/>
        </a:xfrm>
        <a:custGeom>
          <a:avLst/>
          <a:gdLst/>
          <a:ahLst/>
          <a:cxnLst/>
          <a:rect l="0" t="0" r="0" b="0"/>
          <a:pathLst>
            <a:path>
              <a:moveTo>
                <a:pt x="0" y="679043"/>
              </a:moveTo>
              <a:lnTo>
                <a:pt x="178181" y="679043"/>
              </a:lnTo>
              <a:lnTo>
                <a:pt x="178181" y="0"/>
              </a:lnTo>
              <a:lnTo>
                <a:pt x="35636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821946" y="592170"/>
        <a:ext cx="38343" cy="38343"/>
      </dsp:txXfrm>
    </dsp:sp>
    <dsp:sp modelId="{507705F7-E0F1-4B81-91EA-BC2E984DF731}">
      <dsp:nvSpPr>
        <dsp:cNvPr id="0" name=""/>
        <dsp:cNvSpPr/>
      </dsp:nvSpPr>
      <dsp:spPr>
        <a:xfrm>
          <a:off x="2524764" y="950864"/>
          <a:ext cx="356362" cy="1188326"/>
        </a:xfrm>
        <a:custGeom>
          <a:avLst/>
          <a:gdLst/>
          <a:ahLst/>
          <a:cxnLst/>
          <a:rect l="0" t="0" r="0" b="0"/>
          <a:pathLst>
            <a:path>
              <a:moveTo>
                <a:pt x="0" y="1188326"/>
              </a:moveTo>
              <a:lnTo>
                <a:pt x="178181" y="1188326"/>
              </a:lnTo>
              <a:lnTo>
                <a:pt x="178181" y="0"/>
              </a:lnTo>
              <a:lnTo>
                <a:pt x="35636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671930" y="1514012"/>
        <a:ext cx="62030" cy="62030"/>
      </dsp:txXfrm>
    </dsp:sp>
    <dsp:sp modelId="{A23EB845-7C00-445C-8F89-22BBE33AE7C9}">
      <dsp:nvSpPr>
        <dsp:cNvPr id="0" name=""/>
        <dsp:cNvSpPr/>
      </dsp:nvSpPr>
      <dsp:spPr>
        <a:xfrm rot="16200000">
          <a:off x="823580" y="1867573"/>
          <a:ext cx="285913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Agent</a:t>
          </a:r>
          <a:endParaRPr lang="en-IN" sz="3500" kern="1200" dirty="0"/>
        </a:p>
      </dsp:txBody>
      <dsp:txXfrm>
        <a:off x="823580" y="1867573"/>
        <a:ext cx="2859131" cy="543235"/>
      </dsp:txXfrm>
    </dsp:sp>
    <dsp:sp modelId="{A980050F-95FE-49EC-9B80-DAC11BBEDEA2}">
      <dsp:nvSpPr>
        <dsp:cNvPr id="0" name=""/>
        <dsp:cNvSpPr/>
      </dsp:nvSpPr>
      <dsp:spPr>
        <a:xfrm>
          <a:off x="2881126" y="679246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LLM</a:t>
          </a:r>
          <a:endParaRPr lang="en-IN" sz="1800" kern="1200" dirty="0"/>
        </a:p>
      </dsp:txBody>
      <dsp:txXfrm>
        <a:off x="2881126" y="679246"/>
        <a:ext cx="1781811" cy="543235"/>
      </dsp:txXfrm>
    </dsp:sp>
    <dsp:sp modelId="{16ACE9E1-3572-44F4-BEC7-172926E9A6A9}">
      <dsp:nvSpPr>
        <dsp:cNvPr id="0" name=""/>
        <dsp:cNvSpPr/>
      </dsp:nvSpPr>
      <dsp:spPr>
        <a:xfrm>
          <a:off x="5019299" y="202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Think</a:t>
          </a:r>
          <a:endParaRPr lang="en-IN" sz="1800" kern="1200" dirty="0"/>
        </a:p>
      </dsp:txBody>
      <dsp:txXfrm>
        <a:off x="5019299" y="202"/>
        <a:ext cx="1781811" cy="543235"/>
      </dsp:txXfrm>
    </dsp:sp>
    <dsp:sp modelId="{9747F12A-4E5E-4212-9F10-C64CA18382DB}">
      <dsp:nvSpPr>
        <dsp:cNvPr id="0" name=""/>
        <dsp:cNvSpPr/>
      </dsp:nvSpPr>
      <dsp:spPr>
        <a:xfrm>
          <a:off x="5019299" y="679246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Plan</a:t>
          </a:r>
          <a:endParaRPr lang="en-IN" sz="1800" kern="1200" dirty="0"/>
        </a:p>
      </dsp:txBody>
      <dsp:txXfrm>
        <a:off x="5019299" y="679246"/>
        <a:ext cx="1781811" cy="543235"/>
      </dsp:txXfrm>
    </dsp:sp>
    <dsp:sp modelId="{972AD8F6-9F11-4A51-9AB7-3D984F04FC79}">
      <dsp:nvSpPr>
        <dsp:cNvPr id="0" name=""/>
        <dsp:cNvSpPr/>
      </dsp:nvSpPr>
      <dsp:spPr>
        <a:xfrm>
          <a:off x="5019299" y="1358290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Memory</a:t>
          </a:r>
          <a:endParaRPr lang="en-IN" sz="1800" kern="1200" dirty="0"/>
        </a:p>
      </dsp:txBody>
      <dsp:txXfrm>
        <a:off x="5019299" y="1358290"/>
        <a:ext cx="1781811" cy="543235"/>
      </dsp:txXfrm>
    </dsp:sp>
    <dsp:sp modelId="{37DE7DAC-7314-463E-89FD-82FC02FD765B}">
      <dsp:nvSpPr>
        <dsp:cNvPr id="0" name=""/>
        <dsp:cNvSpPr/>
      </dsp:nvSpPr>
      <dsp:spPr>
        <a:xfrm>
          <a:off x="2881126" y="3055900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TOOL</a:t>
          </a:r>
          <a:endParaRPr lang="en-IN" sz="1800" kern="1200" dirty="0"/>
        </a:p>
      </dsp:txBody>
      <dsp:txXfrm>
        <a:off x="2881126" y="3055900"/>
        <a:ext cx="1781811" cy="543235"/>
      </dsp:txXfrm>
    </dsp:sp>
    <dsp:sp modelId="{914BC836-EC57-4080-B684-6F4F842132EA}">
      <dsp:nvSpPr>
        <dsp:cNvPr id="0" name=""/>
        <dsp:cNvSpPr/>
      </dsp:nvSpPr>
      <dsp:spPr>
        <a:xfrm>
          <a:off x="5019299" y="2376856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C# function</a:t>
          </a:r>
          <a:endParaRPr lang="en-IN" sz="1800" kern="1200" dirty="0"/>
        </a:p>
      </dsp:txBody>
      <dsp:txXfrm>
        <a:off x="5019299" y="2376856"/>
        <a:ext cx="1781811" cy="543235"/>
      </dsp:txXfrm>
    </dsp:sp>
    <dsp:sp modelId="{149362B5-A60D-4AC2-8A09-4DC779FC9B96}">
      <dsp:nvSpPr>
        <dsp:cNvPr id="0" name=""/>
        <dsp:cNvSpPr/>
      </dsp:nvSpPr>
      <dsp:spPr>
        <a:xfrm>
          <a:off x="7157472" y="2037334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Get </a:t>
          </a:r>
          <a:r>
            <a:rPr lang="en-US" sz="1800" kern="1200" dirty="0" err="1" smtClean="0"/>
            <a:t>Emp</a:t>
          </a:r>
          <a:r>
            <a:rPr lang="en-US" sz="1800" kern="1200" dirty="0" smtClean="0"/>
            <a:t> Details</a:t>
          </a:r>
          <a:endParaRPr lang="en-IN" sz="1800" kern="1200" dirty="0"/>
        </a:p>
      </dsp:txBody>
      <dsp:txXfrm>
        <a:off x="7157472" y="2037334"/>
        <a:ext cx="1781811" cy="543235"/>
      </dsp:txXfrm>
    </dsp:sp>
    <dsp:sp modelId="{5A03CF29-1D45-4FAB-93F6-A69FAB9AD60D}">
      <dsp:nvSpPr>
        <dsp:cNvPr id="0" name=""/>
        <dsp:cNvSpPr/>
      </dsp:nvSpPr>
      <dsp:spPr>
        <a:xfrm>
          <a:off x="7157472" y="2716378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Get </a:t>
          </a:r>
          <a:r>
            <a:rPr lang="en-US" sz="1800" kern="1200" dirty="0" err="1" smtClean="0"/>
            <a:t>Emp</a:t>
          </a:r>
          <a:r>
            <a:rPr lang="en-US" sz="1800" kern="1200" dirty="0" smtClean="0"/>
            <a:t> Leave count</a:t>
          </a:r>
          <a:endParaRPr lang="en-IN" sz="1800" kern="1200" dirty="0"/>
        </a:p>
      </dsp:txBody>
      <dsp:txXfrm>
        <a:off x="7157472" y="2716378"/>
        <a:ext cx="1781811" cy="543235"/>
      </dsp:txXfrm>
    </dsp:sp>
    <dsp:sp modelId="{3D582FA8-4E36-43CB-8267-8C09E34ACB0B}">
      <dsp:nvSpPr>
        <dsp:cNvPr id="0" name=""/>
        <dsp:cNvSpPr/>
      </dsp:nvSpPr>
      <dsp:spPr>
        <a:xfrm>
          <a:off x="5019299" y="3734944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MCP Tool</a:t>
          </a:r>
          <a:endParaRPr lang="en-IN" sz="1800" kern="1200" dirty="0"/>
        </a:p>
      </dsp:txBody>
      <dsp:txXfrm>
        <a:off x="5019299" y="3734944"/>
        <a:ext cx="1781811" cy="543235"/>
      </dsp:txXfrm>
    </dsp:sp>
    <dsp:sp modelId="{3A552D6C-DFBA-44E0-8C47-20063FD07F30}">
      <dsp:nvSpPr>
        <dsp:cNvPr id="0" name=""/>
        <dsp:cNvSpPr/>
      </dsp:nvSpPr>
      <dsp:spPr>
        <a:xfrm>
          <a:off x="7157472" y="3395422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File access</a:t>
          </a:r>
          <a:endParaRPr lang="en-IN" sz="1800" kern="1200" dirty="0"/>
        </a:p>
      </dsp:txBody>
      <dsp:txXfrm>
        <a:off x="7157472" y="3395422"/>
        <a:ext cx="1781811" cy="543235"/>
      </dsp:txXfrm>
    </dsp:sp>
    <dsp:sp modelId="{238717C1-C395-47FE-9108-7C812A4FD8EC}">
      <dsp:nvSpPr>
        <dsp:cNvPr id="0" name=""/>
        <dsp:cNvSpPr/>
      </dsp:nvSpPr>
      <dsp:spPr>
        <a:xfrm>
          <a:off x="7157472" y="4074465"/>
          <a:ext cx="1781811" cy="543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DB Access</a:t>
          </a:r>
          <a:endParaRPr lang="en-IN" sz="1800" kern="1200" dirty="0"/>
        </a:p>
      </dsp:txBody>
      <dsp:txXfrm>
        <a:off x="7157472" y="4074465"/>
        <a:ext cx="1781811" cy="543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9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0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B068-2450-4597-9EF5-5AF7E6E959B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1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714" y="-843170"/>
            <a:ext cx="9144000" cy="2387600"/>
          </a:xfrm>
        </p:spPr>
        <p:txBody>
          <a:bodyPr/>
          <a:lstStyle/>
          <a:p>
            <a:r>
              <a:rPr lang="en-US" dirty="0" smtClean="0"/>
              <a:t>Generative AI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14" y="2132162"/>
            <a:ext cx="9144000" cy="1655762"/>
          </a:xfrm>
        </p:spPr>
        <p:txBody>
          <a:bodyPr/>
          <a:lstStyle/>
          <a:p>
            <a:r>
              <a:rPr lang="en-US" dirty="0" smtClean="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7796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user ask like this -&gt;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Chat Bot -&gt; </a:t>
            </a:r>
          </a:p>
          <a:p>
            <a:r>
              <a:rPr lang="en-US" dirty="0" smtClean="0"/>
              <a:t>Can you tell me status of my order</a:t>
            </a:r>
          </a:p>
          <a:p>
            <a:r>
              <a:rPr lang="en-US" dirty="0" smtClean="0"/>
              <a:t>Can you please provide me my leave balance</a:t>
            </a:r>
          </a:p>
          <a:p>
            <a:r>
              <a:rPr lang="en-US" dirty="0" smtClean="0"/>
              <a:t>How much leave I took till </a:t>
            </a:r>
            <a:r>
              <a:rPr lang="en-US" dirty="0"/>
              <a:t>J</a:t>
            </a:r>
            <a:r>
              <a:rPr lang="en-US" dirty="0" smtClean="0"/>
              <a:t>une 2026 this year</a:t>
            </a:r>
          </a:p>
          <a:p>
            <a:r>
              <a:rPr lang="en-US" dirty="0" smtClean="0"/>
              <a:t>Can you please review my code which checked in today  -MCP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91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  -&gt; Digital Human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5176" y="1690688"/>
            <a:ext cx="6527007" cy="4351338"/>
          </a:xfrm>
          <a:prstGeom prst="rect">
            <a:avLst/>
          </a:prstGeom>
        </p:spPr>
      </p:pic>
      <p:sp>
        <p:nvSpPr>
          <p:cNvPr id="5" name="AutoShape 4" descr="AI Agent: Brain and Tools Infograph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975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Agent Works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695947"/>
              </p:ext>
            </p:extLst>
          </p:nvPr>
        </p:nvGraphicFramePr>
        <p:xfrm>
          <a:off x="838199" y="1825625"/>
          <a:ext cx="10920813" cy="4617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378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AI Agent use Reasoning Models</a:t>
            </a:r>
          </a:p>
          <a:p>
            <a:endParaRPr lang="en-IN" dirty="0" smtClean="0"/>
          </a:p>
          <a:p>
            <a:r>
              <a:rPr lang="en-IN" dirty="0" smtClean="0"/>
              <a:t>GPT‑4 </a:t>
            </a:r>
            <a:r>
              <a:rPr lang="en-IN" dirty="0"/>
              <a:t>(full versions)</a:t>
            </a:r>
          </a:p>
          <a:p>
            <a:r>
              <a:rPr lang="en-IN" dirty="0"/>
              <a:t>Claude 3 Sonnet</a:t>
            </a:r>
          </a:p>
          <a:p>
            <a:r>
              <a:rPr lang="en-IN" b="1" dirty="0"/>
              <a:t>Gemini Advanced / Ultra</a:t>
            </a:r>
            <a:endParaRPr lang="en-IN" dirty="0"/>
          </a:p>
          <a:p>
            <a:r>
              <a:rPr lang="en-IN" dirty="0" smtClean="0"/>
              <a:t>LLaMA‑3‑70B</a:t>
            </a:r>
          </a:p>
          <a:p>
            <a:endParaRPr lang="en-IN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76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“Can you write email for my order details and please share last 5 month orders.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Reasoning Model will work like below</a:t>
            </a:r>
          </a:p>
          <a:p>
            <a:r>
              <a:rPr lang="en-US" dirty="0"/>
              <a:t>First, it will read complete </a:t>
            </a:r>
            <a:r>
              <a:rPr lang="en-US" dirty="0" smtClean="0"/>
              <a:t>sentence, Will </a:t>
            </a:r>
            <a:r>
              <a:rPr lang="en-US" dirty="0"/>
              <a:t>Create Plan like </a:t>
            </a:r>
            <a:r>
              <a:rPr lang="en-US" dirty="0" smtClean="0"/>
              <a:t>below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Fetch Order details</a:t>
            </a:r>
          </a:p>
          <a:p>
            <a:r>
              <a:rPr lang="en-US" dirty="0"/>
              <a:t>Fetch Last 5 month Order details</a:t>
            </a:r>
          </a:p>
          <a:p>
            <a:r>
              <a:rPr lang="en-US" dirty="0"/>
              <a:t>Combine Both into one.</a:t>
            </a:r>
          </a:p>
          <a:p>
            <a:r>
              <a:rPr lang="en-US" dirty="0"/>
              <a:t>Draft User professional Email</a:t>
            </a:r>
          </a:p>
          <a:p>
            <a:r>
              <a:rPr lang="en-US" dirty="0"/>
              <a:t>Send Email.</a:t>
            </a:r>
          </a:p>
          <a:p>
            <a:r>
              <a:rPr lang="en-US" dirty="0"/>
              <a:t>So here we can see Reasoning Models suitable when we need to work on Complex 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82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Calling – Agent </a:t>
            </a:r>
            <a:r>
              <a:rPr lang="en-US" dirty="0" err="1" smtClean="0"/>
              <a:t>BackBone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feature supported by all Models</a:t>
            </a:r>
            <a:r>
              <a:rPr lang="en-IN" dirty="0" smtClean="0"/>
              <a:t> like Claude, </a:t>
            </a:r>
            <a:r>
              <a:rPr lang="en-IN" dirty="0" err="1" smtClean="0"/>
              <a:t>OpenAI</a:t>
            </a:r>
            <a:r>
              <a:rPr lang="en-IN" dirty="0" smtClean="0"/>
              <a:t>, </a:t>
            </a:r>
            <a:r>
              <a:rPr lang="en-IN" dirty="0" err="1" smtClean="0"/>
              <a:t>google</a:t>
            </a:r>
            <a:r>
              <a:rPr lang="en-IN" dirty="0" smtClean="0"/>
              <a:t> Gemini.</a:t>
            </a:r>
          </a:p>
          <a:p>
            <a:endParaRPr lang="en-US" dirty="0"/>
          </a:p>
          <a:p>
            <a:r>
              <a:rPr lang="en-US" dirty="0" smtClean="0"/>
              <a:t>We need to Pass List of tool available during LLM calls</a:t>
            </a:r>
          </a:p>
          <a:p>
            <a:r>
              <a:rPr lang="en-US" dirty="0" smtClean="0"/>
              <a:t>Based on input LLM checks list of tool present and create Plan and Goal</a:t>
            </a:r>
          </a:p>
          <a:p>
            <a:r>
              <a:rPr lang="en-US" dirty="0" smtClean="0"/>
              <a:t>Based on Input LLM respond with sequence of action to Call </a:t>
            </a:r>
          </a:p>
          <a:p>
            <a:r>
              <a:rPr lang="en-US" dirty="0" smtClean="0"/>
              <a:t>C# application parse this code and execute C# code step by step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682642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468596" cy="37835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Flow for Tool calling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43484"/>
            <a:ext cx="9293552" cy="619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2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Agent Loop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068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3734</TotalTime>
  <Words>251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Generative AI </vt:lpstr>
      <vt:lpstr>When user ask like this -&gt;</vt:lpstr>
      <vt:lpstr>Agent  -&gt; Digital Human</vt:lpstr>
      <vt:lpstr>How Agent Works</vt:lpstr>
      <vt:lpstr>Reasoning Models</vt:lpstr>
      <vt:lpstr>Reasoning Models</vt:lpstr>
      <vt:lpstr>Tool Calling – Agent BackBone</vt:lpstr>
      <vt:lpstr>Flow for Tool calling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admin</dc:creator>
  <cp:lastModifiedBy>Microsoft account</cp:lastModifiedBy>
  <cp:revision>13</cp:revision>
  <dcterms:created xsi:type="dcterms:W3CDTF">2026-05-31T10:38:12Z</dcterms:created>
  <dcterms:modified xsi:type="dcterms:W3CDTF">2026-08-25T18:30:08Z</dcterms:modified>
</cp:coreProperties>
</file>