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68" r:id="rId4"/>
    <p:sldId id="271" r:id="rId5"/>
    <p:sldId id="269" r:id="rId6"/>
    <p:sldId id="27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0DD1C0-D334-4AE4-A3F7-A5C5834BA0AD}" type="doc">
      <dgm:prSet loTypeId="urn:microsoft.com/office/officeart/2005/8/layout/hProcess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6F10292-637B-405C-8CEF-17D659796E5F}">
      <dgm:prSet phldrT="[Text]"/>
      <dgm:spPr/>
      <dgm:t>
        <a:bodyPr/>
        <a:lstStyle/>
        <a:p>
          <a:r>
            <a:rPr lang="en-US" dirty="0" smtClean="0"/>
            <a:t>User query + Tools (Can you tell me leave balance)</a:t>
          </a:r>
          <a:endParaRPr lang="en-IN" dirty="0"/>
        </a:p>
      </dgm:t>
    </dgm:pt>
    <dgm:pt modelId="{BC278359-D683-487D-A48B-445718D10C6C}" type="parTrans" cxnId="{F549E42B-61E7-40DC-A876-092F1934492C}">
      <dgm:prSet/>
      <dgm:spPr/>
      <dgm:t>
        <a:bodyPr/>
        <a:lstStyle/>
        <a:p>
          <a:endParaRPr lang="en-IN"/>
        </a:p>
      </dgm:t>
    </dgm:pt>
    <dgm:pt modelId="{DC342B68-8ECA-4F13-8081-BF0B66B3BD3B}" type="sibTrans" cxnId="{F549E42B-61E7-40DC-A876-092F1934492C}">
      <dgm:prSet/>
      <dgm:spPr/>
      <dgm:t>
        <a:bodyPr/>
        <a:lstStyle/>
        <a:p>
          <a:endParaRPr lang="en-IN"/>
        </a:p>
      </dgm:t>
    </dgm:pt>
    <dgm:pt modelId="{95107567-B945-4611-B31C-C9449C5EEED4}">
      <dgm:prSet phldrT="[Text]"/>
      <dgm:spPr/>
      <dgm:t>
        <a:bodyPr/>
        <a:lstStyle/>
        <a:p>
          <a:r>
            <a:rPr lang="en-US" dirty="0" smtClean="0"/>
            <a:t>LLM 1 - </a:t>
          </a:r>
          <a:r>
            <a:rPr lang="en-US" dirty="0" err="1" smtClean="0"/>
            <a:t>OpenAI</a:t>
          </a:r>
          <a:endParaRPr lang="en-IN" dirty="0"/>
        </a:p>
      </dgm:t>
    </dgm:pt>
    <dgm:pt modelId="{DE104698-51ED-4894-9A27-2CD806AB7C8B}" type="parTrans" cxnId="{DEE2A2C2-031E-49C3-ABE6-9E8C30BB3C45}">
      <dgm:prSet/>
      <dgm:spPr/>
      <dgm:t>
        <a:bodyPr/>
        <a:lstStyle/>
        <a:p>
          <a:endParaRPr lang="en-IN"/>
        </a:p>
      </dgm:t>
    </dgm:pt>
    <dgm:pt modelId="{75D8F58D-311F-4CA2-B14E-BD6B4BF4451F}" type="sibTrans" cxnId="{DEE2A2C2-031E-49C3-ABE6-9E8C30BB3C45}">
      <dgm:prSet/>
      <dgm:spPr/>
      <dgm:t>
        <a:bodyPr/>
        <a:lstStyle/>
        <a:p>
          <a:endParaRPr lang="en-IN"/>
        </a:p>
      </dgm:t>
    </dgm:pt>
    <dgm:pt modelId="{5D2C3C3D-EFA3-453D-9EA7-C889D478177C}">
      <dgm:prSet phldrT="[Text]"/>
      <dgm:spPr/>
      <dgm:t>
        <a:bodyPr/>
        <a:lstStyle/>
        <a:p>
          <a:r>
            <a:rPr lang="en-US" dirty="0" smtClean="0"/>
            <a:t>LLM 1 Result</a:t>
          </a:r>
          <a:endParaRPr lang="en-IN" dirty="0"/>
        </a:p>
      </dgm:t>
    </dgm:pt>
    <dgm:pt modelId="{F621BE91-9396-448B-B008-DA2C48FF0EBD}" type="parTrans" cxnId="{A6C64E84-D067-488E-8B5D-E07F50039DBF}">
      <dgm:prSet/>
      <dgm:spPr/>
      <dgm:t>
        <a:bodyPr/>
        <a:lstStyle/>
        <a:p>
          <a:endParaRPr lang="en-IN"/>
        </a:p>
      </dgm:t>
    </dgm:pt>
    <dgm:pt modelId="{243459FD-2587-4822-BF64-7D2F11D4689F}" type="sibTrans" cxnId="{A6C64E84-D067-488E-8B5D-E07F50039DBF}">
      <dgm:prSet/>
      <dgm:spPr/>
      <dgm:t>
        <a:bodyPr/>
        <a:lstStyle/>
        <a:p>
          <a:endParaRPr lang="en-IN"/>
        </a:p>
      </dgm:t>
    </dgm:pt>
    <dgm:pt modelId="{1357AE43-391F-40A1-9021-60E564C88888}">
      <dgm:prSet phldrT="[Text]"/>
      <dgm:spPr/>
      <dgm:t>
        <a:bodyPr/>
        <a:lstStyle/>
        <a:p>
          <a:r>
            <a:rPr lang="en-US" dirty="0" smtClean="0"/>
            <a:t>Response: </a:t>
          </a:r>
          <a:r>
            <a:rPr lang="en-US" dirty="0" err="1" smtClean="0"/>
            <a:t>getsalary</a:t>
          </a:r>
          <a:endParaRPr lang="en-IN" dirty="0"/>
        </a:p>
      </dgm:t>
    </dgm:pt>
    <dgm:pt modelId="{DD5411FE-68BD-40C0-A5EA-351890B6E2D9}" type="parTrans" cxnId="{7445FFA4-2354-4ABB-BDEF-7EF4850412ED}">
      <dgm:prSet/>
      <dgm:spPr/>
      <dgm:t>
        <a:bodyPr/>
        <a:lstStyle/>
        <a:p>
          <a:endParaRPr lang="en-IN"/>
        </a:p>
      </dgm:t>
    </dgm:pt>
    <dgm:pt modelId="{83561C99-1F23-4AB2-BA07-F1797FF65EF2}" type="sibTrans" cxnId="{7445FFA4-2354-4ABB-BDEF-7EF4850412ED}">
      <dgm:prSet/>
      <dgm:spPr/>
      <dgm:t>
        <a:bodyPr/>
        <a:lstStyle/>
        <a:p>
          <a:endParaRPr lang="en-IN"/>
        </a:p>
      </dgm:t>
    </dgm:pt>
    <dgm:pt modelId="{EF833784-1B50-455E-979B-4DBD3249F8E4}">
      <dgm:prSet phldrT="[Text]"/>
      <dgm:spPr/>
      <dgm:t>
        <a:bodyPr/>
        <a:lstStyle/>
        <a:p>
          <a:r>
            <a:rPr lang="en-US" dirty="0" smtClean="0"/>
            <a:t>LLM 2</a:t>
          </a:r>
          <a:endParaRPr lang="en-IN" dirty="0"/>
        </a:p>
      </dgm:t>
    </dgm:pt>
    <dgm:pt modelId="{F83367A3-BCFC-44B6-B7C4-4F917C3A0383}" type="parTrans" cxnId="{8F77A1A1-8D5A-4FFE-80C1-217F71B4C9CF}">
      <dgm:prSet/>
      <dgm:spPr/>
      <dgm:t>
        <a:bodyPr/>
        <a:lstStyle/>
        <a:p>
          <a:endParaRPr lang="en-IN"/>
        </a:p>
      </dgm:t>
    </dgm:pt>
    <dgm:pt modelId="{CF2E270A-348B-453D-9DC6-0A6BFD11E7F3}" type="sibTrans" cxnId="{8F77A1A1-8D5A-4FFE-80C1-217F71B4C9CF}">
      <dgm:prSet/>
      <dgm:spPr/>
      <dgm:t>
        <a:bodyPr/>
        <a:lstStyle/>
        <a:p>
          <a:endParaRPr lang="en-IN"/>
        </a:p>
      </dgm:t>
    </dgm:pt>
    <dgm:pt modelId="{4FFE6DC8-7212-4E07-88C2-A80DF2EE6B25}">
      <dgm:prSet phldrT="[Text]"/>
      <dgm:spPr/>
      <dgm:t>
        <a:bodyPr/>
        <a:lstStyle/>
        <a:p>
          <a:r>
            <a:rPr lang="en-US" dirty="0" smtClean="0"/>
            <a:t>Claude</a:t>
          </a:r>
          <a:endParaRPr lang="en-IN" dirty="0"/>
        </a:p>
      </dgm:t>
    </dgm:pt>
    <dgm:pt modelId="{5A22E012-DDAE-4D3A-A4E8-D79B4624C2D4}" type="parTrans" cxnId="{19AAC90B-01F5-4098-85A9-740118A0F16E}">
      <dgm:prSet/>
      <dgm:spPr/>
      <dgm:t>
        <a:bodyPr/>
        <a:lstStyle/>
        <a:p>
          <a:endParaRPr lang="en-IN"/>
        </a:p>
      </dgm:t>
    </dgm:pt>
    <dgm:pt modelId="{157375DD-9806-4145-84B6-3D844921B8A4}" type="sibTrans" cxnId="{19AAC90B-01F5-4098-85A9-740118A0F16E}">
      <dgm:prSet/>
      <dgm:spPr/>
      <dgm:t>
        <a:bodyPr/>
        <a:lstStyle/>
        <a:p>
          <a:endParaRPr lang="en-IN"/>
        </a:p>
      </dgm:t>
    </dgm:pt>
    <dgm:pt modelId="{5F236C10-E636-4EC5-80D3-5AEF81357040}">
      <dgm:prSet phldrT="[Text]"/>
      <dgm:spPr/>
      <dgm:t>
        <a:bodyPr/>
        <a:lstStyle/>
        <a:p>
          <a:r>
            <a:rPr lang="en-US" dirty="0" smtClean="0"/>
            <a:t>Validate Confidence</a:t>
          </a:r>
          <a:endParaRPr lang="en-IN" dirty="0"/>
        </a:p>
      </dgm:t>
    </dgm:pt>
    <dgm:pt modelId="{D1640A5B-1C8B-486A-AA65-E3A7A7501DF6}" type="parTrans" cxnId="{EB309614-35F3-4DBB-B4F9-23DBC6EA11C4}">
      <dgm:prSet/>
      <dgm:spPr/>
      <dgm:t>
        <a:bodyPr/>
        <a:lstStyle/>
        <a:p>
          <a:endParaRPr lang="en-IN"/>
        </a:p>
      </dgm:t>
    </dgm:pt>
    <dgm:pt modelId="{E3C0AA56-7095-4828-9360-E9EC7FCFEED3}" type="sibTrans" cxnId="{EB309614-35F3-4DBB-B4F9-23DBC6EA11C4}">
      <dgm:prSet/>
      <dgm:spPr/>
      <dgm:t>
        <a:bodyPr/>
        <a:lstStyle/>
        <a:p>
          <a:endParaRPr lang="en-IN"/>
        </a:p>
      </dgm:t>
    </dgm:pt>
    <dgm:pt modelId="{DE6C6144-BBE2-4974-B6D3-ECDFC1B35E44}">
      <dgm:prSet phldrT="[Text]"/>
      <dgm:spPr/>
      <dgm:t>
        <a:bodyPr/>
        <a:lstStyle/>
        <a:p>
          <a:r>
            <a:rPr lang="en-US" dirty="0" smtClean="0"/>
            <a:t>Score .7 to .99 – Good</a:t>
          </a:r>
          <a:endParaRPr lang="en-IN" dirty="0"/>
        </a:p>
      </dgm:t>
    </dgm:pt>
    <dgm:pt modelId="{2629D523-5002-4A1B-808A-EC5092155642}" type="parTrans" cxnId="{3A6180B1-8BB3-4050-9196-D70DC6456AA0}">
      <dgm:prSet/>
      <dgm:spPr/>
      <dgm:t>
        <a:bodyPr/>
        <a:lstStyle/>
        <a:p>
          <a:endParaRPr lang="en-IN"/>
        </a:p>
      </dgm:t>
    </dgm:pt>
    <dgm:pt modelId="{A09BE1C6-042F-4275-B597-6322D66E6BB8}" type="sibTrans" cxnId="{3A6180B1-8BB3-4050-9196-D70DC6456AA0}">
      <dgm:prSet/>
      <dgm:spPr/>
      <dgm:t>
        <a:bodyPr/>
        <a:lstStyle/>
        <a:p>
          <a:endParaRPr lang="en-IN"/>
        </a:p>
      </dgm:t>
    </dgm:pt>
    <dgm:pt modelId="{36A2C352-D500-4C15-A79C-B21BD1E8714A}">
      <dgm:prSet phldrT="[Text]"/>
      <dgm:spPr/>
      <dgm:t>
        <a:bodyPr/>
        <a:lstStyle/>
        <a:p>
          <a:r>
            <a:rPr lang="en-US" dirty="0" smtClean="0"/>
            <a:t>Score .4 to .69 Average</a:t>
          </a:r>
          <a:endParaRPr lang="en-IN" dirty="0"/>
        </a:p>
      </dgm:t>
    </dgm:pt>
    <dgm:pt modelId="{C5A18043-B92A-4BC6-9C70-82AF78EE95A9}" type="parTrans" cxnId="{C59CDB09-F88C-4CF1-93B0-AE3553651AB0}">
      <dgm:prSet/>
      <dgm:spPr/>
      <dgm:t>
        <a:bodyPr/>
        <a:lstStyle/>
        <a:p>
          <a:endParaRPr lang="en-IN"/>
        </a:p>
      </dgm:t>
    </dgm:pt>
    <dgm:pt modelId="{92BB679C-4F65-40F5-8680-D438ECFD3D14}" type="sibTrans" cxnId="{C59CDB09-F88C-4CF1-93B0-AE3553651AB0}">
      <dgm:prSet/>
      <dgm:spPr/>
      <dgm:t>
        <a:bodyPr/>
        <a:lstStyle/>
        <a:p>
          <a:endParaRPr lang="en-IN"/>
        </a:p>
      </dgm:t>
    </dgm:pt>
    <dgm:pt modelId="{55A51666-2B05-463D-9933-9BB0BB49F858}" type="pres">
      <dgm:prSet presAssocID="{C90DD1C0-D334-4AE4-A3F7-A5C5834BA0AD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5DC1B5FF-D800-4EE8-90F0-725A33FC81B7}" type="pres">
      <dgm:prSet presAssocID="{26F10292-637B-405C-8CEF-17D659796E5F}" presName="compNode" presStyleCnt="0"/>
      <dgm:spPr/>
    </dgm:pt>
    <dgm:pt modelId="{F858448B-897F-4CE2-9F02-6C869CC26400}" type="pres">
      <dgm:prSet presAssocID="{26F10292-637B-405C-8CEF-17D659796E5F}" presName="noGeometry" presStyleCnt="0"/>
      <dgm:spPr/>
    </dgm:pt>
    <dgm:pt modelId="{66429781-6FFD-4EDA-987E-7E3550EE009D}" type="pres">
      <dgm:prSet presAssocID="{26F10292-637B-405C-8CEF-17D659796E5F}" presName="childTextVisible" presStyleLbl="bgAccFollowNode1" presStyleIdx="0" presStyleCnt="4" custScaleX="52405" custScaleY="82179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B7FBC8B-6B1A-4502-942C-EFA4F705F65E}" type="pres">
      <dgm:prSet presAssocID="{26F10292-637B-405C-8CEF-17D659796E5F}" presName="childTextHidden" presStyleLbl="bgAccFollowNode1" presStyleIdx="0" presStyleCnt="4"/>
      <dgm:spPr/>
      <dgm:t>
        <a:bodyPr/>
        <a:lstStyle/>
        <a:p>
          <a:endParaRPr lang="en-IN"/>
        </a:p>
      </dgm:t>
    </dgm:pt>
    <dgm:pt modelId="{848053AC-7F99-4456-96B9-2BE5C135142C}" type="pres">
      <dgm:prSet presAssocID="{26F10292-637B-405C-8CEF-17D659796E5F}" presName="parentText" presStyleLbl="node1" presStyleIdx="0" presStyleCnt="4" custScaleX="159771" custScaleY="133257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117553C-19D3-411F-BA71-8837C4AE6B2C}" type="pres">
      <dgm:prSet presAssocID="{26F10292-637B-405C-8CEF-17D659796E5F}" presName="aSpace" presStyleCnt="0"/>
      <dgm:spPr/>
    </dgm:pt>
    <dgm:pt modelId="{382C010F-28C0-4F43-B5FE-6C97DFE8D26B}" type="pres">
      <dgm:prSet presAssocID="{5D2C3C3D-EFA3-453D-9EA7-C889D478177C}" presName="compNode" presStyleCnt="0"/>
      <dgm:spPr/>
    </dgm:pt>
    <dgm:pt modelId="{4F2E4F0F-12FB-4113-963D-E4577B278927}" type="pres">
      <dgm:prSet presAssocID="{5D2C3C3D-EFA3-453D-9EA7-C889D478177C}" presName="noGeometry" presStyleCnt="0"/>
      <dgm:spPr/>
    </dgm:pt>
    <dgm:pt modelId="{94DEC46D-9FAB-43E9-981E-2DF65C257877}" type="pres">
      <dgm:prSet presAssocID="{5D2C3C3D-EFA3-453D-9EA7-C889D478177C}" presName="childTextVisible" presStyleLbl="bg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45CE632-E244-420E-BC32-05287595EB2F}" type="pres">
      <dgm:prSet presAssocID="{5D2C3C3D-EFA3-453D-9EA7-C889D478177C}" presName="childTextHidden" presStyleLbl="bgAccFollowNode1" presStyleIdx="1" presStyleCnt="4"/>
      <dgm:spPr/>
      <dgm:t>
        <a:bodyPr/>
        <a:lstStyle/>
        <a:p>
          <a:endParaRPr lang="en-IN"/>
        </a:p>
      </dgm:t>
    </dgm:pt>
    <dgm:pt modelId="{7C81C02D-E132-43DC-82EF-3A593C31D861}" type="pres">
      <dgm:prSet presAssocID="{5D2C3C3D-EFA3-453D-9EA7-C889D478177C}" presName="parentText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449980B-53DE-4295-A060-934F04B8E7F9}" type="pres">
      <dgm:prSet presAssocID="{5D2C3C3D-EFA3-453D-9EA7-C889D478177C}" presName="aSpace" presStyleCnt="0"/>
      <dgm:spPr/>
    </dgm:pt>
    <dgm:pt modelId="{02119B38-B90D-4D6E-928E-78032B7C6442}" type="pres">
      <dgm:prSet presAssocID="{EF833784-1B50-455E-979B-4DBD3249F8E4}" presName="compNode" presStyleCnt="0"/>
      <dgm:spPr/>
    </dgm:pt>
    <dgm:pt modelId="{32129057-26B5-4714-880D-DBF7CA5489CA}" type="pres">
      <dgm:prSet presAssocID="{EF833784-1B50-455E-979B-4DBD3249F8E4}" presName="noGeometry" presStyleCnt="0"/>
      <dgm:spPr/>
    </dgm:pt>
    <dgm:pt modelId="{D2224428-F3DB-4BD8-932F-AD120DB3798D}" type="pres">
      <dgm:prSet presAssocID="{EF833784-1B50-455E-979B-4DBD3249F8E4}" presName="childTextVisible" presStyleLbl="bg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EB1DBBE-0813-4288-841A-9D3064F48CB4}" type="pres">
      <dgm:prSet presAssocID="{EF833784-1B50-455E-979B-4DBD3249F8E4}" presName="childTextHidden" presStyleLbl="bgAccFollowNode1" presStyleIdx="2" presStyleCnt="4"/>
      <dgm:spPr/>
      <dgm:t>
        <a:bodyPr/>
        <a:lstStyle/>
        <a:p>
          <a:endParaRPr lang="en-IN"/>
        </a:p>
      </dgm:t>
    </dgm:pt>
    <dgm:pt modelId="{B14A2E04-DA6D-4A70-B8AD-73C072476437}" type="pres">
      <dgm:prSet presAssocID="{EF833784-1B50-455E-979B-4DBD3249F8E4}" presName="parentText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785904E-8243-4DB6-AE77-910235F0DD02}" type="pres">
      <dgm:prSet presAssocID="{EF833784-1B50-455E-979B-4DBD3249F8E4}" presName="aSpace" presStyleCnt="0"/>
      <dgm:spPr/>
    </dgm:pt>
    <dgm:pt modelId="{129EDDF2-07A7-4A8B-B626-F905B1DF0504}" type="pres">
      <dgm:prSet presAssocID="{5F236C10-E636-4EC5-80D3-5AEF81357040}" presName="compNode" presStyleCnt="0"/>
      <dgm:spPr/>
    </dgm:pt>
    <dgm:pt modelId="{59C0A9EA-BFB7-45F6-B804-A544DCF4BE0C}" type="pres">
      <dgm:prSet presAssocID="{5F236C10-E636-4EC5-80D3-5AEF81357040}" presName="noGeometry" presStyleCnt="0"/>
      <dgm:spPr/>
    </dgm:pt>
    <dgm:pt modelId="{DC8456E6-8360-480B-896E-C22DB42B5553}" type="pres">
      <dgm:prSet presAssocID="{5F236C10-E636-4EC5-80D3-5AEF81357040}" presName="childTextVisible" presStyleLbl="bg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4AB0AD2-5BF1-4B4E-A098-94D829393410}" type="pres">
      <dgm:prSet presAssocID="{5F236C10-E636-4EC5-80D3-5AEF81357040}" presName="childTextHidden" presStyleLbl="bgAccFollowNode1" presStyleIdx="3" presStyleCnt="4"/>
      <dgm:spPr/>
      <dgm:t>
        <a:bodyPr/>
        <a:lstStyle/>
        <a:p>
          <a:endParaRPr lang="en-IN"/>
        </a:p>
      </dgm:t>
    </dgm:pt>
    <dgm:pt modelId="{A307E9BA-A484-4281-AA5E-14A72352ADB9}" type="pres">
      <dgm:prSet presAssocID="{5F236C10-E636-4EC5-80D3-5AEF81357040}" presName="parentText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3A6180B1-8BB3-4050-9196-D70DC6456AA0}" srcId="{5F236C10-E636-4EC5-80D3-5AEF81357040}" destId="{DE6C6144-BBE2-4974-B6D3-ECDFC1B35E44}" srcOrd="0" destOrd="0" parTransId="{2629D523-5002-4A1B-808A-EC5092155642}" sibTransId="{A09BE1C6-042F-4275-B597-6322D66E6BB8}"/>
    <dgm:cxn modelId="{EB309614-35F3-4DBB-B4F9-23DBC6EA11C4}" srcId="{C90DD1C0-D334-4AE4-A3F7-A5C5834BA0AD}" destId="{5F236C10-E636-4EC5-80D3-5AEF81357040}" srcOrd="3" destOrd="0" parTransId="{D1640A5B-1C8B-486A-AA65-E3A7A7501DF6}" sibTransId="{E3C0AA56-7095-4828-9360-E9EC7FCFEED3}"/>
    <dgm:cxn modelId="{ABF015CC-2F88-4323-9815-EF8093F172EB}" type="presOf" srcId="{DE6C6144-BBE2-4974-B6D3-ECDFC1B35E44}" destId="{DC8456E6-8360-480B-896E-C22DB42B5553}" srcOrd="0" destOrd="0" presId="urn:microsoft.com/office/officeart/2005/8/layout/hProcess6"/>
    <dgm:cxn modelId="{2315663B-CDA6-4B3A-94B6-48F3095878E4}" type="presOf" srcId="{5F236C10-E636-4EC5-80D3-5AEF81357040}" destId="{A307E9BA-A484-4281-AA5E-14A72352ADB9}" srcOrd="0" destOrd="0" presId="urn:microsoft.com/office/officeart/2005/8/layout/hProcess6"/>
    <dgm:cxn modelId="{A718D401-E383-4787-90C7-5ECF90F4F1CA}" type="presOf" srcId="{4FFE6DC8-7212-4E07-88C2-A80DF2EE6B25}" destId="{5EB1DBBE-0813-4288-841A-9D3064F48CB4}" srcOrd="1" destOrd="0" presId="urn:microsoft.com/office/officeart/2005/8/layout/hProcess6"/>
    <dgm:cxn modelId="{7445FFA4-2354-4ABB-BDEF-7EF4850412ED}" srcId="{5D2C3C3D-EFA3-453D-9EA7-C889D478177C}" destId="{1357AE43-391F-40A1-9021-60E564C88888}" srcOrd="0" destOrd="0" parTransId="{DD5411FE-68BD-40C0-A5EA-351890B6E2D9}" sibTransId="{83561C99-1F23-4AB2-BA07-F1797FF65EF2}"/>
    <dgm:cxn modelId="{8F77A1A1-8D5A-4FFE-80C1-217F71B4C9CF}" srcId="{C90DD1C0-D334-4AE4-A3F7-A5C5834BA0AD}" destId="{EF833784-1B50-455E-979B-4DBD3249F8E4}" srcOrd="2" destOrd="0" parTransId="{F83367A3-BCFC-44B6-B7C4-4F917C3A0383}" sibTransId="{CF2E270A-348B-453D-9DC6-0A6BFD11E7F3}"/>
    <dgm:cxn modelId="{6A6DC12D-1A6E-4A95-80F2-E1502D085C53}" type="presOf" srcId="{1357AE43-391F-40A1-9021-60E564C88888}" destId="{94DEC46D-9FAB-43E9-981E-2DF65C257877}" srcOrd="0" destOrd="0" presId="urn:microsoft.com/office/officeart/2005/8/layout/hProcess6"/>
    <dgm:cxn modelId="{A11B07DC-B72F-4B1F-9FFA-396B2374BC3D}" type="presOf" srcId="{36A2C352-D500-4C15-A79C-B21BD1E8714A}" destId="{DC8456E6-8360-480B-896E-C22DB42B5553}" srcOrd="0" destOrd="1" presId="urn:microsoft.com/office/officeart/2005/8/layout/hProcess6"/>
    <dgm:cxn modelId="{3D6BD8B7-F8D4-494C-B400-865F969097E6}" type="presOf" srcId="{95107567-B945-4611-B31C-C9449C5EEED4}" destId="{3B7FBC8B-6B1A-4502-942C-EFA4F705F65E}" srcOrd="1" destOrd="0" presId="urn:microsoft.com/office/officeart/2005/8/layout/hProcess6"/>
    <dgm:cxn modelId="{F3941EEF-6D9E-4954-970D-B5202D094CF4}" type="presOf" srcId="{1357AE43-391F-40A1-9021-60E564C88888}" destId="{545CE632-E244-420E-BC32-05287595EB2F}" srcOrd="1" destOrd="0" presId="urn:microsoft.com/office/officeart/2005/8/layout/hProcess6"/>
    <dgm:cxn modelId="{F549E42B-61E7-40DC-A876-092F1934492C}" srcId="{C90DD1C0-D334-4AE4-A3F7-A5C5834BA0AD}" destId="{26F10292-637B-405C-8CEF-17D659796E5F}" srcOrd="0" destOrd="0" parTransId="{BC278359-D683-487D-A48B-445718D10C6C}" sibTransId="{DC342B68-8ECA-4F13-8081-BF0B66B3BD3B}"/>
    <dgm:cxn modelId="{2A647234-5D69-4FC3-91FD-DDD1CEC68BFA}" type="presOf" srcId="{DE6C6144-BBE2-4974-B6D3-ECDFC1B35E44}" destId="{64AB0AD2-5BF1-4B4E-A098-94D829393410}" srcOrd="1" destOrd="0" presId="urn:microsoft.com/office/officeart/2005/8/layout/hProcess6"/>
    <dgm:cxn modelId="{D954EE05-648D-4724-BC2D-56E695DC9497}" type="presOf" srcId="{4FFE6DC8-7212-4E07-88C2-A80DF2EE6B25}" destId="{D2224428-F3DB-4BD8-932F-AD120DB3798D}" srcOrd="0" destOrd="0" presId="urn:microsoft.com/office/officeart/2005/8/layout/hProcess6"/>
    <dgm:cxn modelId="{F4646FB6-3856-4169-949F-F633274AE6CB}" type="presOf" srcId="{C90DD1C0-D334-4AE4-A3F7-A5C5834BA0AD}" destId="{55A51666-2B05-463D-9933-9BB0BB49F858}" srcOrd="0" destOrd="0" presId="urn:microsoft.com/office/officeart/2005/8/layout/hProcess6"/>
    <dgm:cxn modelId="{C59CDB09-F88C-4CF1-93B0-AE3553651AB0}" srcId="{5F236C10-E636-4EC5-80D3-5AEF81357040}" destId="{36A2C352-D500-4C15-A79C-B21BD1E8714A}" srcOrd="1" destOrd="0" parTransId="{C5A18043-B92A-4BC6-9C70-82AF78EE95A9}" sibTransId="{92BB679C-4F65-40F5-8680-D438ECFD3D14}"/>
    <dgm:cxn modelId="{26ABF6E9-4898-49EE-99BA-2627450A3EC1}" type="presOf" srcId="{5D2C3C3D-EFA3-453D-9EA7-C889D478177C}" destId="{7C81C02D-E132-43DC-82EF-3A593C31D861}" srcOrd="0" destOrd="0" presId="urn:microsoft.com/office/officeart/2005/8/layout/hProcess6"/>
    <dgm:cxn modelId="{C034F918-AF23-4470-B94F-FC73581BD955}" type="presOf" srcId="{95107567-B945-4611-B31C-C9449C5EEED4}" destId="{66429781-6FFD-4EDA-987E-7E3550EE009D}" srcOrd="0" destOrd="0" presId="urn:microsoft.com/office/officeart/2005/8/layout/hProcess6"/>
    <dgm:cxn modelId="{A6C64E84-D067-488E-8B5D-E07F50039DBF}" srcId="{C90DD1C0-D334-4AE4-A3F7-A5C5834BA0AD}" destId="{5D2C3C3D-EFA3-453D-9EA7-C889D478177C}" srcOrd="1" destOrd="0" parTransId="{F621BE91-9396-448B-B008-DA2C48FF0EBD}" sibTransId="{243459FD-2587-4822-BF64-7D2F11D4689F}"/>
    <dgm:cxn modelId="{DEE2A2C2-031E-49C3-ABE6-9E8C30BB3C45}" srcId="{26F10292-637B-405C-8CEF-17D659796E5F}" destId="{95107567-B945-4611-B31C-C9449C5EEED4}" srcOrd="0" destOrd="0" parTransId="{DE104698-51ED-4894-9A27-2CD806AB7C8B}" sibTransId="{75D8F58D-311F-4CA2-B14E-BD6B4BF4451F}"/>
    <dgm:cxn modelId="{19AAC90B-01F5-4098-85A9-740118A0F16E}" srcId="{EF833784-1B50-455E-979B-4DBD3249F8E4}" destId="{4FFE6DC8-7212-4E07-88C2-A80DF2EE6B25}" srcOrd="0" destOrd="0" parTransId="{5A22E012-DDAE-4D3A-A4E8-D79B4624C2D4}" sibTransId="{157375DD-9806-4145-84B6-3D844921B8A4}"/>
    <dgm:cxn modelId="{A4C7FE2B-4616-4AB2-828E-E6F29D560011}" type="presOf" srcId="{EF833784-1B50-455E-979B-4DBD3249F8E4}" destId="{B14A2E04-DA6D-4A70-B8AD-73C072476437}" srcOrd="0" destOrd="0" presId="urn:microsoft.com/office/officeart/2005/8/layout/hProcess6"/>
    <dgm:cxn modelId="{6C3A95AE-EAA2-4B78-A128-50C47CCBCD1A}" type="presOf" srcId="{26F10292-637B-405C-8CEF-17D659796E5F}" destId="{848053AC-7F99-4456-96B9-2BE5C135142C}" srcOrd="0" destOrd="0" presId="urn:microsoft.com/office/officeart/2005/8/layout/hProcess6"/>
    <dgm:cxn modelId="{60ABE43B-A006-4E44-81E4-A2BCC5201B2A}" type="presOf" srcId="{36A2C352-D500-4C15-A79C-B21BD1E8714A}" destId="{64AB0AD2-5BF1-4B4E-A098-94D829393410}" srcOrd="1" destOrd="1" presId="urn:microsoft.com/office/officeart/2005/8/layout/hProcess6"/>
    <dgm:cxn modelId="{E8F892E7-C385-4D15-A365-511205A8A86F}" type="presParOf" srcId="{55A51666-2B05-463D-9933-9BB0BB49F858}" destId="{5DC1B5FF-D800-4EE8-90F0-725A33FC81B7}" srcOrd="0" destOrd="0" presId="urn:microsoft.com/office/officeart/2005/8/layout/hProcess6"/>
    <dgm:cxn modelId="{9464DDAF-A107-4A20-9D39-AE055BB59592}" type="presParOf" srcId="{5DC1B5FF-D800-4EE8-90F0-725A33FC81B7}" destId="{F858448B-897F-4CE2-9F02-6C869CC26400}" srcOrd="0" destOrd="0" presId="urn:microsoft.com/office/officeart/2005/8/layout/hProcess6"/>
    <dgm:cxn modelId="{B2C62AE8-6F3B-47AE-96A3-1A3C26764C2C}" type="presParOf" srcId="{5DC1B5FF-D800-4EE8-90F0-725A33FC81B7}" destId="{66429781-6FFD-4EDA-987E-7E3550EE009D}" srcOrd="1" destOrd="0" presId="urn:microsoft.com/office/officeart/2005/8/layout/hProcess6"/>
    <dgm:cxn modelId="{39EA3724-32A5-49DD-B179-1E2F15C91BC6}" type="presParOf" srcId="{5DC1B5FF-D800-4EE8-90F0-725A33FC81B7}" destId="{3B7FBC8B-6B1A-4502-942C-EFA4F705F65E}" srcOrd="2" destOrd="0" presId="urn:microsoft.com/office/officeart/2005/8/layout/hProcess6"/>
    <dgm:cxn modelId="{3B6018D6-1BB7-4130-9EE7-4EBBE071E8A0}" type="presParOf" srcId="{5DC1B5FF-D800-4EE8-90F0-725A33FC81B7}" destId="{848053AC-7F99-4456-96B9-2BE5C135142C}" srcOrd="3" destOrd="0" presId="urn:microsoft.com/office/officeart/2005/8/layout/hProcess6"/>
    <dgm:cxn modelId="{E6A48153-9135-4833-AFEF-B956654B230D}" type="presParOf" srcId="{55A51666-2B05-463D-9933-9BB0BB49F858}" destId="{7117553C-19D3-411F-BA71-8837C4AE6B2C}" srcOrd="1" destOrd="0" presId="urn:microsoft.com/office/officeart/2005/8/layout/hProcess6"/>
    <dgm:cxn modelId="{FBBDBE6B-6FBA-45B9-A193-F76A48C6987D}" type="presParOf" srcId="{55A51666-2B05-463D-9933-9BB0BB49F858}" destId="{382C010F-28C0-4F43-B5FE-6C97DFE8D26B}" srcOrd="2" destOrd="0" presId="urn:microsoft.com/office/officeart/2005/8/layout/hProcess6"/>
    <dgm:cxn modelId="{2DF5BA87-5B0A-4C8B-A94E-E6F16BBB70CF}" type="presParOf" srcId="{382C010F-28C0-4F43-B5FE-6C97DFE8D26B}" destId="{4F2E4F0F-12FB-4113-963D-E4577B278927}" srcOrd="0" destOrd="0" presId="urn:microsoft.com/office/officeart/2005/8/layout/hProcess6"/>
    <dgm:cxn modelId="{A787F9ED-C580-4E2A-B128-AEBFA19488E0}" type="presParOf" srcId="{382C010F-28C0-4F43-B5FE-6C97DFE8D26B}" destId="{94DEC46D-9FAB-43E9-981E-2DF65C257877}" srcOrd="1" destOrd="0" presId="urn:microsoft.com/office/officeart/2005/8/layout/hProcess6"/>
    <dgm:cxn modelId="{8974525B-3953-499B-934A-1331638D8362}" type="presParOf" srcId="{382C010F-28C0-4F43-B5FE-6C97DFE8D26B}" destId="{545CE632-E244-420E-BC32-05287595EB2F}" srcOrd="2" destOrd="0" presId="urn:microsoft.com/office/officeart/2005/8/layout/hProcess6"/>
    <dgm:cxn modelId="{2839A6DC-6FC1-42DF-BF8E-3AA7AA806943}" type="presParOf" srcId="{382C010F-28C0-4F43-B5FE-6C97DFE8D26B}" destId="{7C81C02D-E132-43DC-82EF-3A593C31D861}" srcOrd="3" destOrd="0" presId="urn:microsoft.com/office/officeart/2005/8/layout/hProcess6"/>
    <dgm:cxn modelId="{2F211886-CDD4-45BE-B8FF-918E7EA11168}" type="presParOf" srcId="{55A51666-2B05-463D-9933-9BB0BB49F858}" destId="{8449980B-53DE-4295-A060-934F04B8E7F9}" srcOrd="3" destOrd="0" presId="urn:microsoft.com/office/officeart/2005/8/layout/hProcess6"/>
    <dgm:cxn modelId="{264BB2DF-07B8-429B-A73B-2AB14F60BFA1}" type="presParOf" srcId="{55A51666-2B05-463D-9933-9BB0BB49F858}" destId="{02119B38-B90D-4D6E-928E-78032B7C6442}" srcOrd="4" destOrd="0" presId="urn:microsoft.com/office/officeart/2005/8/layout/hProcess6"/>
    <dgm:cxn modelId="{A1C6F7B1-A374-4526-8C32-EFFDF49C8C9B}" type="presParOf" srcId="{02119B38-B90D-4D6E-928E-78032B7C6442}" destId="{32129057-26B5-4714-880D-DBF7CA5489CA}" srcOrd="0" destOrd="0" presId="urn:microsoft.com/office/officeart/2005/8/layout/hProcess6"/>
    <dgm:cxn modelId="{5A8DF5AD-465A-4409-A980-007245DAFBD7}" type="presParOf" srcId="{02119B38-B90D-4D6E-928E-78032B7C6442}" destId="{D2224428-F3DB-4BD8-932F-AD120DB3798D}" srcOrd="1" destOrd="0" presId="urn:microsoft.com/office/officeart/2005/8/layout/hProcess6"/>
    <dgm:cxn modelId="{33B69DA7-0470-4288-8591-7509B3281EDD}" type="presParOf" srcId="{02119B38-B90D-4D6E-928E-78032B7C6442}" destId="{5EB1DBBE-0813-4288-841A-9D3064F48CB4}" srcOrd="2" destOrd="0" presId="urn:microsoft.com/office/officeart/2005/8/layout/hProcess6"/>
    <dgm:cxn modelId="{668D5C6B-EB8B-4CA2-80D2-E0CACF1E76F7}" type="presParOf" srcId="{02119B38-B90D-4D6E-928E-78032B7C6442}" destId="{B14A2E04-DA6D-4A70-B8AD-73C072476437}" srcOrd="3" destOrd="0" presId="urn:microsoft.com/office/officeart/2005/8/layout/hProcess6"/>
    <dgm:cxn modelId="{BA84ECBC-0879-4BEE-B260-5445CB8B5762}" type="presParOf" srcId="{55A51666-2B05-463D-9933-9BB0BB49F858}" destId="{8785904E-8243-4DB6-AE77-910235F0DD02}" srcOrd="5" destOrd="0" presId="urn:microsoft.com/office/officeart/2005/8/layout/hProcess6"/>
    <dgm:cxn modelId="{C4DEF1E8-D38B-43F3-BAA1-9F7E2F7204E4}" type="presParOf" srcId="{55A51666-2B05-463D-9933-9BB0BB49F858}" destId="{129EDDF2-07A7-4A8B-B626-F905B1DF0504}" srcOrd="6" destOrd="0" presId="urn:microsoft.com/office/officeart/2005/8/layout/hProcess6"/>
    <dgm:cxn modelId="{03B75298-FADA-41ED-B6DB-5802229F3F69}" type="presParOf" srcId="{129EDDF2-07A7-4A8B-B626-F905B1DF0504}" destId="{59C0A9EA-BFB7-45F6-B804-A544DCF4BE0C}" srcOrd="0" destOrd="0" presId="urn:microsoft.com/office/officeart/2005/8/layout/hProcess6"/>
    <dgm:cxn modelId="{3357D699-6369-42FF-A2DD-3D524851DA6B}" type="presParOf" srcId="{129EDDF2-07A7-4A8B-B626-F905B1DF0504}" destId="{DC8456E6-8360-480B-896E-C22DB42B5553}" srcOrd="1" destOrd="0" presId="urn:microsoft.com/office/officeart/2005/8/layout/hProcess6"/>
    <dgm:cxn modelId="{7562FE1E-F09B-4EA4-8325-D523E35A94BD}" type="presParOf" srcId="{129EDDF2-07A7-4A8B-B626-F905B1DF0504}" destId="{64AB0AD2-5BF1-4B4E-A098-94D829393410}" srcOrd="2" destOrd="0" presId="urn:microsoft.com/office/officeart/2005/8/layout/hProcess6"/>
    <dgm:cxn modelId="{2ACD6B09-2B66-4293-9647-8EF0BAF5D47F}" type="presParOf" srcId="{129EDDF2-07A7-4A8B-B626-F905B1DF0504}" destId="{A307E9BA-A484-4281-AA5E-14A72352ADB9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429781-6FFD-4EDA-987E-7E3550EE009D}">
      <dsp:nvSpPr>
        <dsp:cNvPr id="0" name=""/>
        <dsp:cNvSpPr/>
      </dsp:nvSpPr>
      <dsp:spPr>
        <a:xfrm>
          <a:off x="1257378" y="1468232"/>
          <a:ext cx="1032179" cy="1414873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13970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LLM 1 - </a:t>
          </a:r>
          <a:r>
            <a:rPr lang="en-US" sz="1100" kern="1200" dirty="0" err="1" smtClean="0"/>
            <a:t>OpenAI</a:t>
          </a:r>
          <a:endParaRPr lang="en-IN" sz="1100" kern="1200" dirty="0"/>
        </a:p>
      </dsp:txBody>
      <dsp:txXfrm>
        <a:off x="1515423" y="1680463"/>
        <a:ext cx="503187" cy="990411"/>
      </dsp:txXfrm>
    </dsp:sp>
    <dsp:sp modelId="{848053AC-7F99-4456-96B9-2BE5C135142C}">
      <dsp:nvSpPr>
        <dsp:cNvPr id="0" name=""/>
        <dsp:cNvSpPr/>
      </dsp:nvSpPr>
      <dsp:spPr>
        <a:xfrm>
          <a:off x="1937" y="1519504"/>
          <a:ext cx="1573441" cy="131232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User query + Tools (Can you tell me leave balance)</a:t>
          </a:r>
          <a:endParaRPr lang="en-IN" sz="1000" kern="1200" dirty="0"/>
        </a:p>
      </dsp:txBody>
      <dsp:txXfrm>
        <a:off x="232362" y="1711690"/>
        <a:ext cx="1112591" cy="927957"/>
      </dsp:txXfrm>
    </dsp:sp>
    <dsp:sp modelId="{94DEC46D-9FAB-43E9-981E-2DF65C257877}">
      <dsp:nvSpPr>
        <dsp:cNvPr id="0" name=""/>
        <dsp:cNvSpPr/>
      </dsp:nvSpPr>
      <dsp:spPr>
        <a:xfrm>
          <a:off x="3373785" y="1314820"/>
          <a:ext cx="1969621" cy="1721696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13970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Response: </a:t>
          </a:r>
          <a:r>
            <a:rPr lang="en-US" sz="1100" kern="1200" dirty="0" err="1" smtClean="0"/>
            <a:t>getsalary</a:t>
          </a:r>
          <a:endParaRPr lang="en-IN" sz="1100" kern="1200" dirty="0"/>
        </a:p>
      </dsp:txBody>
      <dsp:txXfrm>
        <a:off x="3866191" y="1573074"/>
        <a:ext cx="960190" cy="1205188"/>
      </dsp:txXfrm>
    </dsp:sp>
    <dsp:sp modelId="{7C81C02D-E132-43DC-82EF-3A593C31D861}">
      <dsp:nvSpPr>
        <dsp:cNvPr id="0" name=""/>
        <dsp:cNvSpPr/>
      </dsp:nvSpPr>
      <dsp:spPr>
        <a:xfrm>
          <a:off x="2881380" y="1683263"/>
          <a:ext cx="984810" cy="9848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LLM 1 Result</a:t>
          </a:r>
          <a:endParaRPr lang="en-IN" sz="1000" kern="1200" dirty="0"/>
        </a:p>
      </dsp:txBody>
      <dsp:txXfrm>
        <a:off x="3025602" y="1827485"/>
        <a:ext cx="696366" cy="696366"/>
      </dsp:txXfrm>
    </dsp:sp>
    <dsp:sp modelId="{D2224428-F3DB-4BD8-932F-AD120DB3798D}">
      <dsp:nvSpPr>
        <dsp:cNvPr id="0" name=""/>
        <dsp:cNvSpPr/>
      </dsp:nvSpPr>
      <dsp:spPr>
        <a:xfrm>
          <a:off x="5958913" y="1314820"/>
          <a:ext cx="1969621" cy="1721696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13970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Claude</a:t>
          </a:r>
          <a:endParaRPr lang="en-IN" sz="1100" kern="1200" dirty="0"/>
        </a:p>
      </dsp:txBody>
      <dsp:txXfrm>
        <a:off x="6451319" y="1573074"/>
        <a:ext cx="960190" cy="1205188"/>
      </dsp:txXfrm>
    </dsp:sp>
    <dsp:sp modelId="{B14A2E04-DA6D-4A70-B8AD-73C072476437}">
      <dsp:nvSpPr>
        <dsp:cNvPr id="0" name=""/>
        <dsp:cNvSpPr/>
      </dsp:nvSpPr>
      <dsp:spPr>
        <a:xfrm>
          <a:off x="5466508" y="1683263"/>
          <a:ext cx="984810" cy="9848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LLM 2</a:t>
          </a:r>
          <a:endParaRPr lang="en-IN" sz="1000" kern="1200" dirty="0"/>
        </a:p>
      </dsp:txBody>
      <dsp:txXfrm>
        <a:off x="5610730" y="1827485"/>
        <a:ext cx="696366" cy="696366"/>
      </dsp:txXfrm>
    </dsp:sp>
    <dsp:sp modelId="{DC8456E6-8360-480B-896E-C22DB42B5553}">
      <dsp:nvSpPr>
        <dsp:cNvPr id="0" name=""/>
        <dsp:cNvSpPr/>
      </dsp:nvSpPr>
      <dsp:spPr>
        <a:xfrm>
          <a:off x="8544041" y="1314820"/>
          <a:ext cx="1969621" cy="1721696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13970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Score .7 to .99 – Good</a:t>
          </a:r>
          <a:endParaRPr lang="en-IN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Score .4 to .69 Average</a:t>
          </a:r>
          <a:endParaRPr lang="en-IN" sz="1100" kern="1200" dirty="0"/>
        </a:p>
      </dsp:txBody>
      <dsp:txXfrm>
        <a:off x="9036446" y="1573074"/>
        <a:ext cx="960190" cy="1205188"/>
      </dsp:txXfrm>
    </dsp:sp>
    <dsp:sp modelId="{A307E9BA-A484-4281-AA5E-14A72352ADB9}">
      <dsp:nvSpPr>
        <dsp:cNvPr id="0" name=""/>
        <dsp:cNvSpPr/>
      </dsp:nvSpPr>
      <dsp:spPr>
        <a:xfrm>
          <a:off x="8051636" y="1683263"/>
          <a:ext cx="984810" cy="9848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Validate Confidence</a:t>
          </a:r>
          <a:endParaRPr lang="en-IN" sz="1000" kern="1200" dirty="0"/>
        </a:p>
      </dsp:txBody>
      <dsp:txXfrm>
        <a:off x="8195858" y="1827485"/>
        <a:ext cx="696366" cy="6963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398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269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401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341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725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279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596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639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547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2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80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AB068-2450-4597-9EF5-5AF7E6E959B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715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0714" y="-843170"/>
            <a:ext cx="9144000" cy="2387600"/>
          </a:xfrm>
        </p:spPr>
        <p:txBody>
          <a:bodyPr/>
          <a:lstStyle/>
          <a:p>
            <a:r>
              <a:rPr lang="en-US" dirty="0" smtClean="0"/>
              <a:t>Generative AI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0714" y="2132162"/>
            <a:ext cx="9144000" cy="1655762"/>
          </a:xfrm>
        </p:spPr>
        <p:txBody>
          <a:bodyPr/>
          <a:lstStyle/>
          <a:p>
            <a:r>
              <a:rPr lang="en-US" dirty="0" smtClean="0"/>
              <a:t>AI Agents</a:t>
            </a:r>
          </a:p>
        </p:txBody>
      </p:sp>
    </p:spTree>
    <p:extLst>
      <p:ext uri="{BB962C8B-B14F-4D97-AF65-F5344CB8AC3E}">
        <p14:creationId xmlns:p14="http://schemas.microsoft.com/office/powerpoint/2010/main" val="2779632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 Agent Tools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need to ensure what ever tool returns by LLM is correct and valid as per user request.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5914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650" y="0"/>
            <a:ext cx="10515600" cy="950927"/>
          </a:xfrm>
        </p:spPr>
        <p:txBody>
          <a:bodyPr/>
          <a:lstStyle/>
          <a:p>
            <a:r>
              <a:rPr lang="en-US" dirty="0" smtClean="0"/>
              <a:t>LLM As Judge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5650" y="1073595"/>
            <a:ext cx="10963542" cy="5540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 smtClean="0"/>
              <a:t>We can use LLM As Judge</a:t>
            </a:r>
            <a:r>
              <a:rPr lang="en-US" sz="1400" dirty="0" smtClean="0"/>
              <a:t> </a:t>
            </a:r>
            <a:endParaRPr lang="en-IN" sz="1400" dirty="0" smtClean="0"/>
          </a:p>
          <a:p>
            <a:pPr marL="0" indent="0">
              <a:buNone/>
            </a:pPr>
            <a:r>
              <a:rPr lang="en-US" sz="1400" dirty="0" smtClean="0"/>
              <a:t>Here we can pass results from LLM to another LLM and ask for validation.</a:t>
            </a:r>
          </a:p>
          <a:p>
            <a:pPr marL="0" indent="0">
              <a:buNone/>
            </a:pPr>
            <a:r>
              <a:rPr lang="en-US" sz="1400" b="1" dirty="0" smtClean="0"/>
              <a:t>Example</a:t>
            </a:r>
          </a:p>
          <a:p>
            <a:pPr marL="0" indent="0">
              <a:buNone/>
            </a:pPr>
            <a:r>
              <a:rPr lang="en-US" sz="1400" b="1" dirty="0" smtClean="0"/>
              <a:t>LLM 1 Call  - GPT</a:t>
            </a:r>
          </a:p>
          <a:p>
            <a:pPr marL="0" indent="0">
              <a:buNone/>
            </a:pPr>
            <a:r>
              <a:rPr lang="en-US" sz="1400" dirty="0" smtClean="0"/>
              <a:t>User Query:  You are EMP assistance please return right tool present.</a:t>
            </a:r>
          </a:p>
          <a:p>
            <a:pPr marL="0" indent="0">
              <a:buNone/>
            </a:pPr>
            <a:r>
              <a:rPr lang="en-US" sz="1400" dirty="0" smtClean="0"/>
              <a:t>Can you give me leave balance </a:t>
            </a:r>
          </a:p>
          <a:p>
            <a:pPr marL="0" indent="0">
              <a:buNone/>
            </a:pPr>
            <a:r>
              <a:rPr lang="en-US" sz="1400" dirty="0" smtClean="0"/>
              <a:t>Below are tools , </a:t>
            </a:r>
            <a:r>
              <a:rPr lang="en-US" sz="1400" dirty="0" err="1" smtClean="0"/>
              <a:t>getempleave</a:t>
            </a:r>
            <a:r>
              <a:rPr lang="en-US" sz="1400" dirty="0" smtClean="0"/>
              <a:t>, </a:t>
            </a:r>
            <a:r>
              <a:rPr lang="en-US" sz="1400" dirty="0" err="1" smtClean="0"/>
              <a:t>getsalary,gettax</a:t>
            </a:r>
            <a:r>
              <a:rPr lang="en-US" sz="1400" dirty="0" smtClean="0"/>
              <a:t> </a:t>
            </a:r>
            <a:r>
              <a:rPr lang="en-US" sz="1400" dirty="0" err="1" smtClean="0"/>
              <a:t>etc</a:t>
            </a:r>
            <a:endParaRPr lang="en-US" sz="1400" dirty="0" smtClean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 smtClean="0"/>
              <a:t>LLM :  </a:t>
            </a:r>
            <a:r>
              <a:rPr lang="en-US" sz="1400" dirty="0" err="1" smtClean="0"/>
              <a:t>getempLeave</a:t>
            </a:r>
            <a:endParaRPr lang="en-US" sz="1400" dirty="0" smtClean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 smtClean="0"/>
              <a:t>LLM 2 Call  -Claude</a:t>
            </a:r>
          </a:p>
          <a:p>
            <a:pPr marL="0" indent="0">
              <a:buNone/>
            </a:pPr>
            <a:r>
              <a:rPr lang="en-US" sz="1400" dirty="0" smtClean="0"/>
              <a:t>You tool validator please validate tool received</a:t>
            </a:r>
          </a:p>
          <a:p>
            <a:pPr marL="0" indent="0">
              <a:buNone/>
            </a:pPr>
            <a:r>
              <a:rPr lang="en-US" sz="1400" dirty="0" smtClean="0"/>
              <a:t>User Query : </a:t>
            </a:r>
            <a:r>
              <a:rPr lang="en-US" sz="1400" dirty="0"/>
              <a:t>Can you give me leave </a:t>
            </a:r>
            <a:r>
              <a:rPr lang="en-US" sz="1400" dirty="0" smtClean="0"/>
              <a:t>balance  </a:t>
            </a:r>
          </a:p>
          <a:p>
            <a:pPr marL="0" indent="0">
              <a:buNone/>
            </a:pPr>
            <a:r>
              <a:rPr lang="en-US" sz="1400" dirty="0" smtClean="0"/>
              <a:t>Tool return </a:t>
            </a:r>
            <a:r>
              <a:rPr lang="en-US" sz="1400" dirty="0"/>
              <a:t>: </a:t>
            </a:r>
            <a:r>
              <a:rPr lang="en-US" sz="1400" dirty="0" err="1" smtClean="0"/>
              <a:t>getempLeave</a:t>
            </a:r>
            <a:endParaRPr lang="en-US" sz="1400" dirty="0" smtClean="0"/>
          </a:p>
          <a:p>
            <a:pPr marL="0" indent="0">
              <a:buNone/>
            </a:pPr>
            <a:r>
              <a:rPr lang="en-US" sz="1400" dirty="0" err="1" smtClean="0"/>
              <a:t>Avialable</a:t>
            </a:r>
            <a:r>
              <a:rPr lang="en-US" sz="1400" dirty="0" smtClean="0"/>
              <a:t> Tools : </a:t>
            </a:r>
            <a:r>
              <a:rPr lang="en-US" sz="1400" dirty="0" err="1"/>
              <a:t>getempleave</a:t>
            </a:r>
            <a:r>
              <a:rPr lang="en-US" sz="1400" dirty="0"/>
              <a:t>, </a:t>
            </a:r>
            <a:r>
              <a:rPr lang="en-US" sz="1400" dirty="0" err="1"/>
              <a:t>getsalary,gettax</a:t>
            </a:r>
            <a:r>
              <a:rPr lang="en-US" sz="1400" dirty="0"/>
              <a:t> </a:t>
            </a:r>
            <a:r>
              <a:rPr lang="en-US" sz="1400" dirty="0" err="1" smtClean="0"/>
              <a:t>etc</a:t>
            </a:r>
            <a:endParaRPr lang="en-US" sz="1400" dirty="0" smtClean="0"/>
          </a:p>
          <a:p>
            <a:pPr marL="0" indent="0">
              <a:buNone/>
            </a:pPr>
            <a:r>
              <a:rPr lang="en-US" sz="1400" dirty="0" smtClean="0"/>
              <a:t>Return data in JSON  { result: Pass/fail , Confidence: .9}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 smtClean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 smtClean="0"/>
          </a:p>
          <a:p>
            <a:pPr marL="0" indent="0"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720796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LLM as Judge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594729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4807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Test cases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test cases and add excepted result</a:t>
            </a:r>
          </a:p>
          <a:p>
            <a:r>
              <a:rPr lang="en-US" dirty="0" smtClean="0"/>
              <a:t>Execute each test case or user query and pass to LLM and check if it is matching .</a:t>
            </a:r>
          </a:p>
          <a:p>
            <a:endParaRPr lang="en-US" dirty="0" smtClean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528" y="2913956"/>
            <a:ext cx="7144020" cy="401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693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 Analysis - PROD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need to keep logging each result of LLM</a:t>
            </a:r>
          </a:p>
          <a:p>
            <a:r>
              <a:rPr lang="en-US" dirty="0" smtClean="0"/>
              <a:t>We need to Log user query, Tool result, Tool Parameters </a:t>
            </a:r>
            <a:r>
              <a:rPr lang="en-US" dirty="0" err="1" smtClean="0"/>
              <a:t>etc</a:t>
            </a:r>
            <a:r>
              <a:rPr lang="en-US" dirty="0" smtClean="0"/>
              <a:t> </a:t>
            </a:r>
          </a:p>
          <a:p>
            <a:endParaRPr lang="en-US" dirty="0"/>
          </a:p>
          <a:p>
            <a:r>
              <a:rPr lang="en-US" dirty="0" smtClean="0"/>
              <a:t>Send All Logs to LLM for further analysis.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2687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6494</TotalTime>
  <Words>239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Generative AI </vt:lpstr>
      <vt:lpstr>Testing Agent Tools</vt:lpstr>
      <vt:lpstr>LLM As Judge</vt:lpstr>
      <vt:lpstr>LLM as Judge</vt:lpstr>
      <vt:lpstr>Test cases</vt:lpstr>
      <vt:lpstr>Log Analysis - PROD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</dc:title>
  <dc:creator>admin</dc:creator>
  <cp:lastModifiedBy>Microsoft account</cp:lastModifiedBy>
  <cp:revision>27</cp:revision>
  <dcterms:created xsi:type="dcterms:W3CDTF">2026-05-31T10:38:12Z</dcterms:created>
  <dcterms:modified xsi:type="dcterms:W3CDTF">2026-09-06T18:04:06Z</dcterms:modified>
</cp:coreProperties>
</file>