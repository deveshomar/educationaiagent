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9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0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B068-2450-4597-9EF5-5AF7E6E959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1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714" y="-843170"/>
            <a:ext cx="9144000" cy="2387600"/>
          </a:xfrm>
        </p:spPr>
        <p:txBody>
          <a:bodyPr/>
          <a:lstStyle/>
          <a:p>
            <a:r>
              <a:rPr lang="en-US" dirty="0" smtClean="0"/>
              <a:t>Generative AI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14" y="2132162"/>
            <a:ext cx="9144000" cy="1655762"/>
          </a:xfrm>
        </p:spPr>
        <p:txBody>
          <a:bodyPr/>
          <a:lstStyle/>
          <a:p>
            <a:r>
              <a:rPr lang="en-US" dirty="0" smtClean="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7796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 Improving Agent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Self-Improving Agent</a:t>
            </a:r>
            <a:r>
              <a:rPr lang="en-US" dirty="0"/>
              <a:t> is an AI agent that does not simply generate an answer and stop. It </a:t>
            </a:r>
            <a:r>
              <a:rPr lang="en-US" b="1" dirty="0"/>
              <a:t>evaluates its own output, identifies weaknesses, improves the result, and evaluates it again</a:t>
            </a:r>
            <a:r>
              <a:rPr lang="en-US" dirty="0"/>
              <a:t> until it reaches an acceptable quality level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/>
              <a:t>Agent A → Agent B → Agent C → Agent </a:t>
            </a:r>
            <a:r>
              <a:rPr lang="en-IN" dirty="0" smtClean="0"/>
              <a:t>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43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Improving Agent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Important points</a:t>
            </a:r>
          </a:p>
          <a:p>
            <a:r>
              <a:rPr lang="en-US" b="1" dirty="0"/>
              <a:t>Generate → Evaluate → Improve → Re-evaluate</a:t>
            </a:r>
            <a:r>
              <a:rPr lang="en-US" dirty="0"/>
              <a:t> </a:t>
            </a:r>
          </a:p>
          <a:p>
            <a:r>
              <a:rPr lang="en-US" dirty="0"/>
              <a:t>Uses a </a:t>
            </a:r>
            <a:r>
              <a:rPr lang="en-US" b="1" dirty="0"/>
              <a:t>Critic/Evaluator</a:t>
            </a:r>
            <a:r>
              <a:rPr lang="en-US" dirty="0"/>
              <a:t> to check the agent's output. </a:t>
            </a:r>
          </a:p>
          <a:p>
            <a:r>
              <a:rPr lang="en-US" dirty="0"/>
              <a:t>Uses a </a:t>
            </a:r>
            <a:r>
              <a:rPr lang="en-US" b="1" dirty="0"/>
              <a:t>quality threshold</a:t>
            </a:r>
            <a:r>
              <a:rPr lang="en-US" dirty="0"/>
              <a:t>, e.g. score ≥ 90. </a:t>
            </a:r>
          </a:p>
          <a:p>
            <a:r>
              <a:rPr lang="en-US" dirty="0"/>
              <a:t>If the score is below the threshold, the agent takes another improvement step. </a:t>
            </a:r>
          </a:p>
          <a:p>
            <a:r>
              <a:rPr lang="en-US" dirty="0"/>
              <a:t>Can use </a:t>
            </a:r>
            <a:r>
              <a:rPr lang="en-US" b="1" dirty="0"/>
              <a:t>LLM-as-a-Judge</a:t>
            </a:r>
            <a:r>
              <a:rPr lang="en-US" dirty="0"/>
              <a:t> for evaluation. </a:t>
            </a:r>
          </a:p>
          <a:p>
            <a:r>
              <a:rPr lang="en-US" dirty="0"/>
              <a:t>The improvement should be based on </a:t>
            </a:r>
            <a:r>
              <a:rPr lang="en-US" b="1" dirty="0"/>
              <a:t>specific critic feedback</a:t>
            </a:r>
            <a:r>
              <a:rPr lang="en-US" dirty="0"/>
              <a:t>, not random regeneration. </a:t>
            </a:r>
          </a:p>
          <a:p>
            <a:r>
              <a:rPr lang="en-US" dirty="0"/>
              <a:t>Set a </a:t>
            </a:r>
            <a:r>
              <a:rPr lang="en-US" b="1" dirty="0"/>
              <a:t>maximum number of attempts</a:t>
            </a:r>
            <a:r>
              <a:rPr lang="en-US" dirty="0"/>
              <a:t> to avoid infinite loops and excessive cost. </a:t>
            </a:r>
          </a:p>
          <a:p>
            <a:r>
              <a:rPr lang="en-US" dirty="0"/>
              <a:t>Keep </a:t>
            </a:r>
            <a:r>
              <a:rPr lang="en-US" b="1" dirty="0"/>
              <a:t>logs</a:t>
            </a:r>
            <a:r>
              <a:rPr lang="en-US" dirty="0"/>
              <a:t> of score, feedback, attempts, and final result. </a:t>
            </a:r>
          </a:p>
          <a:p>
            <a:r>
              <a:rPr lang="en-US" dirty="0"/>
              <a:t>For critical workflows, add </a:t>
            </a:r>
            <a:r>
              <a:rPr lang="en-US" b="1" dirty="0"/>
              <a:t>Human-in-the-Loop approval</a:t>
            </a:r>
            <a:r>
              <a:rPr lang="en-US" dirty="0"/>
              <a:t> before taking real-world actions. </a:t>
            </a:r>
          </a:p>
          <a:p>
            <a:r>
              <a:rPr lang="en-US" dirty="0"/>
              <a:t>Self-improvement does </a:t>
            </a:r>
            <a:r>
              <a:rPr lang="en-US" b="1" dirty="0"/>
              <a:t>not necessarily mean retraining the LLM</a:t>
            </a:r>
            <a:r>
              <a:rPr lang="en-US" dirty="0"/>
              <a:t>; it can happen through repeated reasoning, evaluation, and refinement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56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60" y="80645"/>
            <a:ext cx="10515600" cy="600075"/>
          </a:xfrm>
        </p:spPr>
        <p:txBody>
          <a:bodyPr>
            <a:normAutofit fontScale="90000"/>
          </a:bodyPr>
          <a:lstStyle/>
          <a:p>
            <a:r>
              <a:rPr lang="en-US" dirty="0"/>
              <a:t>Self Improving Agent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758824"/>
            <a:ext cx="11526520" cy="5977255"/>
          </a:xfrm>
        </p:spPr>
        <p:txBody>
          <a:bodyPr>
            <a:normAutofit fontScale="70000" lnSpcReduction="20000"/>
          </a:bodyPr>
          <a:lstStyle/>
          <a:p>
            <a:pPr marL="3657600" lvl="8" indent="0">
              <a:buNone/>
            </a:pPr>
            <a:r>
              <a:rPr lang="en-IN" dirty="0" smtClean="0"/>
              <a:t>┌──────────┐    </a:t>
            </a:r>
            <a:r>
              <a:rPr lang="en-IN" dirty="0"/>
              <a:t>┌──────────┐    ┌──────────┐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│   USER   │ →  │ RESEARCH </a:t>
            </a:r>
            <a:r>
              <a:rPr lang="en-IN" dirty="0" smtClean="0"/>
              <a:t>     │ </a:t>
            </a:r>
            <a:r>
              <a:rPr lang="en-IN" dirty="0"/>
              <a:t>→  │  CREATE </a:t>
            </a:r>
            <a:r>
              <a:rPr lang="en-IN" dirty="0" smtClean="0"/>
              <a:t>        │ </a:t>
            </a:r>
            <a:r>
              <a:rPr lang="en-IN" dirty="0"/>
              <a:t>→  │  CRITIC  │</a:t>
            </a:r>
          </a:p>
          <a:p>
            <a:pPr marL="3657600" lvl="8" indent="0">
              <a:buNone/>
            </a:pPr>
            <a:r>
              <a:rPr lang="en-IN" dirty="0"/>
              <a:t>│   GOAL   │    │ </a:t>
            </a:r>
            <a:r>
              <a:rPr lang="en-IN" dirty="0" smtClean="0"/>
              <a:t>     </a:t>
            </a:r>
            <a:r>
              <a:rPr lang="en-IN" dirty="0"/>
              <a:t>AGENT   │    │   </a:t>
            </a:r>
            <a:r>
              <a:rPr lang="en-IN" dirty="0" smtClean="0"/>
              <a:t>        PLAN   </a:t>
            </a:r>
            <a:r>
              <a:rPr lang="en-IN" dirty="0"/>
              <a:t>│    </a:t>
            </a:r>
            <a:r>
              <a:rPr lang="en-IN" dirty="0" smtClean="0"/>
              <a:t>           │  </a:t>
            </a:r>
            <a:r>
              <a:rPr lang="en-IN" dirty="0"/>
              <a:t>AGENT   │</a:t>
            </a:r>
          </a:p>
          <a:p>
            <a:pPr marL="3657600" lvl="8" indent="0">
              <a:buNone/>
            </a:pPr>
            <a:r>
              <a:rPr lang="en-IN" dirty="0"/>
              <a:t>└──────────┘    └──────────┘    └──────────┘    └────┬─────┘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┌────────────┐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│ SCORE &gt;=90?│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└─────┬──────┘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NO ───────┘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IMPROVER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AGENT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└────┬─────┘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CRITIC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AGAIN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└────┬─────┘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     ▼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┌──────────┐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FINAL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│   PLAN   │</a:t>
            </a:r>
          </a:p>
          <a:p>
            <a:pPr marL="3657600" lvl="8" indent="0">
              <a:buNone/>
            </a:pPr>
            <a:r>
              <a:rPr lang="en-IN" dirty="0"/>
              <a:t>                                     └──────────┘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42158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 Design Pattern- LLM Based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Critic Design Pattern</a:t>
            </a:r>
            <a:r>
              <a:rPr lang="en-US" dirty="0"/>
              <a:t> is used to make an AI system </a:t>
            </a:r>
            <a:r>
              <a:rPr lang="en-US" b="1" dirty="0"/>
              <a:t>review and improve its </a:t>
            </a:r>
            <a:r>
              <a:rPr lang="en-US" b="1" dirty="0" smtClean="0"/>
              <a:t>own </a:t>
            </a:r>
            <a:r>
              <a:rPr lang="en-IN" dirty="0" smtClean="0"/>
              <a:t>output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60120" y="36423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Creator/Agent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first generates the result.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 Agent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reviews the result against defined criteria.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critic identifies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mistakes, weaknesses, or missing information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can provide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and specific feedback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Creator/Improver then uses this feedback to produce a better result.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can be repeated until the output reaches the required quality. </a:t>
            </a:r>
          </a:p>
        </p:txBody>
      </p:sp>
    </p:spTree>
    <p:extLst>
      <p:ext uri="{BB962C8B-B14F-4D97-AF65-F5344CB8AC3E}">
        <p14:creationId xmlns:p14="http://schemas.microsoft.com/office/powerpoint/2010/main" val="267706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11355</TotalTime>
  <Words>376</Words>
  <Application>Microsoft Office PowerPoint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Generative AI </vt:lpstr>
      <vt:lpstr>Self Improving Agent</vt:lpstr>
      <vt:lpstr>Self Improving Agent</vt:lpstr>
      <vt:lpstr>Self Improving Agent</vt:lpstr>
      <vt:lpstr>Critic Design Pattern- LLM Based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admin</dc:creator>
  <cp:lastModifiedBy>Microsoft account</cp:lastModifiedBy>
  <cp:revision>32</cp:revision>
  <dcterms:created xsi:type="dcterms:W3CDTF">2026-05-31T10:38:12Z</dcterms:created>
  <dcterms:modified xsi:type="dcterms:W3CDTF">2026-09-12T13:15:02Z</dcterms:modified>
</cp:coreProperties>
</file>