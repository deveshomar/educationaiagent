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1"/>
  </p:sldMasterIdLst>
  <p:sldIdLst>
    <p:sldId id="256" r:id="rId2"/>
    <p:sldId id="257" r:id="rId3"/>
    <p:sldId id="268" r:id="rId4"/>
    <p:sldId id="263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>
        <p:scale>
          <a:sx n="100" d="100"/>
          <a:sy n="100" d="100"/>
        </p:scale>
        <p:origin x="14" y="-10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smtClean="0"/>
              <a:t>Click to edit Master subtitle style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343981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622693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81940186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903410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8472517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3527937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3435962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936392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245472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22264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278804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IN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IN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1CAB068-2450-4597-9EF5-5AF7E6E959B5}" type="datetimeFigureOut">
              <a:rPr lang="en-IN" smtClean="0"/>
              <a:t>29-08-2026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515030-D40E-48A6-8CAA-7CDED932A8B0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7527151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geeksforgeeks.org/artificial-intelligence/large-language-model-llm/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90714" y="-843170"/>
            <a:ext cx="9144000" cy="2387600"/>
          </a:xfrm>
        </p:spPr>
        <p:txBody>
          <a:bodyPr/>
          <a:lstStyle/>
          <a:p>
            <a:r>
              <a:rPr lang="en-US" dirty="0" smtClean="0"/>
              <a:t>Generative AI </a:t>
            </a:r>
            <a:endParaRPr lang="en-IN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90714" y="2132162"/>
            <a:ext cx="9144000" cy="1655762"/>
          </a:xfrm>
        </p:spPr>
        <p:txBody>
          <a:bodyPr/>
          <a:lstStyle/>
          <a:p>
            <a:r>
              <a:rPr lang="en-US" dirty="0" smtClean="0"/>
              <a:t>AI Agents</a:t>
            </a:r>
          </a:p>
        </p:txBody>
      </p:sp>
    </p:spTree>
    <p:extLst>
      <p:ext uri="{BB962C8B-B14F-4D97-AF65-F5344CB8AC3E}">
        <p14:creationId xmlns:p14="http://schemas.microsoft.com/office/powerpoint/2010/main" val="27796328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4574" y="18255"/>
            <a:ext cx="10515600" cy="1325563"/>
          </a:xfrm>
        </p:spPr>
        <p:txBody>
          <a:bodyPr/>
          <a:lstStyle/>
          <a:p>
            <a:r>
              <a:rPr lang="en-US" dirty="0" smtClean="0"/>
              <a:t>Agent </a:t>
            </a:r>
            <a:r>
              <a:rPr lang="en-US" dirty="0" smtClean="0"/>
              <a:t>Framework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27104" y="1358116"/>
            <a:ext cx="10515600" cy="4351338"/>
          </a:xfrm>
        </p:spPr>
        <p:txBody>
          <a:bodyPr/>
          <a:lstStyle/>
          <a:p>
            <a:endParaRPr lang="en-US" dirty="0" smtClean="0"/>
          </a:p>
          <a:p>
            <a:endParaRPr lang="en-IN" dirty="0"/>
          </a:p>
        </p:txBody>
      </p:sp>
      <p:sp>
        <p:nvSpPr>
          <p:cNvPr id="4" name="Rectangle 3"/>
          <p:cNvSpPr/>
          <p:nvPr/>
        </p:nvSpPr>
        <p:spPr>
          <a:xfrm>
            <a:off x="791910" y="1637617"/>
            <a:ext cx="6096000" cy="3416320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/>
              <a:t> YOUR CUSTOM </a:t>
            </a:r>
            <a:r>
              <a:rPr lang="en-IN" dirty="0" smtClean="0"/>
              <a:t>CODE without framework</a:t>
            </a:r>
            <a:endParaRPr lang="en-IN" dirty="0"/>
          </a:p>
          <a:p>
            <a:r>
              <a:rPr lang="en-IN" dirty="0"/>
              <a:t>                    │</a:t>
            </a:r>
          </a:p>
          <a:p>
            <a:r>
              <a:rPr lang="en-IN" dirty="0"/>
              <a:t>      ┌─────────────┼─────────────┐</a:t>
            </a:r>
          </a:p>
          <a:p>
            <a:r>
              <a:rPr lang="en-IN" dirty="0"/>
              <a:t>      ▼             ▼             ▼</a:t>
            </a:r>
          </a:p>
          <a:p>
            <a:r>
              <a:rPr lang="en-IN" dirty="0"/>
              <a:t> Prompt </a:t>
            </a:r>
            <a:r>
              <a:rPr lang="en-IN" dirty="0" err="1"/>
              <a:t>Mgmt</a:t>
            </a:r>
            <a:r>
              <a:rPr lang="en-IN" dirty="0"/>
              <a:t>    Tool Calling    Agent Loop</a:t>
            </a:r>
          </a:p>
          <a:p>
            <a:r>
              <a:rPr lang="en-IN" dirty="0"/>
              <a:t>      │             │             │</a:t>
            </a:r>
          </a:p>
          <a:p>
            <a:r>
              <a:rPr lang="en-IN" dirty="0"/>
              <a:t>      ▼             ▼             ▼</a:t>
            </a:r>
          </a:p>
          <a:p>
            <a:r>
              <a:rPr lang="en-IN" dirty="0"/>
              <a:t>   Memory        Validation      Logging</a:t>
            </a:r>
          </a:p>
          <a:p>
            <a:r>
              <a:rPr lang="en-IN" dirty="0"/>
              <a:t>      │             │             │</a:t>
            </a:r>
          </a:p>
          <a:p>
            <a:r>
              <a:rPr lang="en-IN" dirty="0"/>
              <a:t>      └─────────────┼─────────────┘</a:t>
            </a:r>
          </a:p>
          <a:p>
            <a:r>
              <a:rPr lang="en-IN" dirty="0"/>
              <a:t>                    ▼</a:t>
            </a:r>
          </a:p>
          <a:p>
            <a:r>
              <a:rPr lang="en-IN" dirty="0"/>
              <a:t>                   LLM</a:t>
            </a:r>
          </a:p>
        </p:txBody>
      </p:sp>
      <p:sp>
        <p:nvSpPr>
          <p:cNvPr id="5" name="Rectangle 4"/>
          <p:cNvSpPr/>
          <p:nvPr/>
        </p:nvSpPr>
        <p:spPr>
          <a:xfrm>
            <a:off x="5514174" y="1637617"/>
            <a:ext cx="6031194" cy="120032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“We need an AI framework because building an enterprise AI application is much more than calling an LLM—it requires orchestration, tools, data, memory, security, validation and agent workflows</a:t>
            </a:r>
            <a:endParaRPr lang="en-IN" dirty="0"/>
          </a:p>
        </p:txBody>
      </p:sp>
      <p:sp>
        <p:nvSpPr>
          <p:cNvPr id="7" name="Rectangle 6"/>
          <p:cNvSpPr/>
          <p:nvPr/>
        </p:nvSpPr>
        <p:spPr>
          <a:xfrm>
            <a:off x="5578980" y="3200073"/>
            <a:ext cx="6031194" cy="175432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b="1" dirty="0" smtClean="0"/>
              <a:t>Without agent framework </a:t>
            </a:r>
          </a:p>
          <a:p>
            <a:pPr marL="342900" indent="-342900">
              <a:buAutoNum type="alphaLcPeriod"/>
            </a:pPr>
            <a:r>
              <a:rPr lang="en-US" dirty="0" smtClean="0"/>
              <a:t>Manage Tool calling manually</a:t>
            </a:r>
          </a:p>
          <a:p>
            <a:pPr marL="342900" indent="-342900">
              <a:buAutoNum type="alphaLcPeriod"/>
            </a:pPr>
            <a:r>
              <a:rPr lang="en-US" dirty="0" smtClean="0"/>
              <a:t> Manage business logic manually</a:t>
            </a:r>
          </a:p>
          <a:p>
            <a:pPr marL="342900" indent="-342900">
              <a:buAutoNum type="alphaLcPeriod"/>
            </a:pPr>
            <a:r>
              <a:rPr lang="en-US" dirty="0" smtClean="0"/>
              <a:t>Need to handle </a:t>
            </a:r>
            <a:r>
              <a:rPr lang="en-US" dirty="0" err="1" smtClean="0"/>
              <a:t>json</a:t>
            </a:r>
            <a:r>
              <a:rPr lang="en-US" dirty="0" smtClean="0"/>
              <a:t> from LLM manually</a:t>
            </a:r>
          </a:p>
          <a:p>
            <a:pPr marL="342900" indent="-342900">
              <a:buAutoNum type="alphaLcPeriod"/>
            </a:pPr>
            <a:r>
              <a:rPr lang="en-US" dirty="0" smtClean="0"/>
              <a:t>Difficult to switch between providers </a:t>
            </a:r>
            <a:r>
              <a:rPr lang="en-US" dirty="0" err="1" smtClean="0"/>
              <a:t>beucase</a:t>
            </a:r>
            <a:r>
              <a:rPr lang="en-US" dirty="0" smtClean="0"/>
              <a:t> each LLM have different </a:t>
            </a:r>
            <a:r>
              <a:rPr lang="en-US" dirty="0" err="1" smtClean="0"/>
              <a:t>sdk</a:t>
            </a:r>
            <a:r>
              <a:rPr lang="en-US" dirty="0" smtClean="0"/>
              <a:t>.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25914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74177" y="0"/>
            <a:ext cx="10515600" cy="950927"/>
          </a:xfrm>
        </p:spPr>
        <p:txBody>
          <a:bodyPr/>
          <a:lstStyle/>
          <a:p>
            <a:r>
              <a:rPr lang="en-US" dirty="0" smtClean="0"/>
              <a:t>With Agent framework</a:t>
            </a:r>
            <a:endParaRPr lang="en-IN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35650" y="1073595"/>
            <a:ext cx="10963542" cy="554084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IN" sz="1400" dirty="0"/>
              <a:t> YOUR .NET APP</a:t>
            </a:r>
          </a:p>
          <a:p>
            <a:pPr marL="0" indent="0">
              <a:buNone/>
            </a:pPr>
            <a:r>
              <a:rPr lang="en-IN" sz="1400" dirty="0"/>
              <a:t>                       │</a:t>
            </a:r>
          </a:p>
          <a:p>
            <a:pPr marL="0" indent="0">
              <a:buNone/>
            </a:pPr>
            <a:r>
              <a:rPr lang="en-IN" sz="1400" dirty="0"/>
              <a:t>                       ▼</a:t>
            </a:r>
          </a:p>
          <a:p>
            <a:pPr marL="0" indent="0">
              <a:buNone/>
            </a:pPr>
            <a:r>
              <a:rPr lang="en-IN" sz="1400" dirty="0"/>
              <a:t>              ┌─────────────────┐</a:t>
            </a:r>
          </a:p>
          <a:p>
            <a:pPr marL="0" indent="0">
              <a:buNone/>
            </a:pPr>
            <a:r>
              <a:rPr lang="en-IN" sz="1400" dirty="0"/>
              <a:t>              │ Semantic Kernel  │</a:t>
            </a:r>
          </a:p>
          <a:p>
            <a:pPr marL="0" indent="0">
              <a:buNone/>
            </a:pPr>
            <a:r>
              <a:rPr lang="en-IN" sz="1400" dirty="0"/>
              <a:t>              └────────┬────────┘</a:t>
            </a:r>
          </a:p>
          <a:p>
            <a:pPr marL="0" indent="0">
              <a:buNone/>
            </a:pPr>
            <a:r>
              <a:rPr lang="en-IN" sz="1400" dirty="0"/>
              <a:t>                       │</a:t>
            </a:r>
          </a:p>
          <a:p>
            <a:pPr marL="0" indent="0">
              <a:buNone/>
            </a:pPr>
            <a:r>
              <a:rPr lang="en-IN" sz="1400" dirty="0"/>
              <a:t>          ┌────────────┼────────────┐</a:t>
            </a:r>
          </a:p>
          <a:p>
            <a:pPr marL="0" indent="0">
              <a:buNone/>
            </a:pPr>
            <a:r>
              <a:rPr lang="en-IN" sz="1400" dirty="0"/>
              <a:t>          ▼            ▼            ▼</a:t>
            </a:r>
          </a:p>
          <a:p>
            <a:pPr marL="0" indent="0">
              <a:buNone/>
            </a:pPr>
            <a:r>
              <a:rPr lang="en-IN" sz="1400" dirty="0"/>
              <a:t>         LLM         Plugins       RAG</a:t>
            </a:r>
          </a:p>
          <a:p>
            <a:pPr marL="0" indent="0">
              <a:buNone/>
            </a:pPr>
            <a:r>
              <a:rPr lang="en-IN" sz="1400" dirty="0"/>
              <a:t>          │            │            │</a:t>
            </a:r>
          </a:p>
          <a:p>
            <a:pPr marL="0" indent="0">
              <a:buNone/>
            </a:pPr>
            <a:r>
              <a:rPr lang="en-IN" sz="1400" dirty="0"/>
              <a:t>          ▼            ▼            ▼</a:t>
            </a:r>
          </a:p>
          <a:p>
            <a:pPr marL="0" indent="0">
              <a:buNone/>
            </a:pPr>
            <a:r>
              <a:rPr lang="en-IN" sz="1400" dirty="0"/>
              <a:t>       Reasoning      Tools        Data</a:t>
            </a:r>
            <a:endParaRPr lang="en-IN" sz="1400" dirty="0"/>
          </a:p>
        </p:txBody>
      </p:sp>
      <p:sp>
        <p:nvSpPr>
          <p:cNvPr id="4" name="Rectangle 3"/>
          <p:cNvSpPr/>
          <p:nvPr/>
        </p:nvSpPr>
        <p:spPr>
          <a:xfrm>
            <a:off x="6096000" y="1073595"/>
            <a:ext cx="6096000" cy="4247317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IN" dirty="0"/>
              <a:t> YOUR .NET APPLICATION</a:t>
            </a:r>
          </a:p>
          <a:p>
            <a:r>
              <a:rPr lang="en-IN" dirty="0"/>
              <a:t>                             │</a:t>
            </a:r>
          </a:p>
          <a:p>
            <a:r>
              <a:rPr lang="en-IN" dirty="0"/>
              <a:t>                             ▼</a:t>
            </a:r>
          </a:p>
          <a:p>
            <a:r>
              <a:rPr lang="en-IN" dirty="0"/>
              <a:t>                  ┌─────────────────────┐</a:t>
            </a:r>
          </a:p>
          <a:p>
            <a:r>
              <a:rPr lang="en-IN" dirty="0"/>
              <a:t>                  │   AI FRAMEWORK      │</a:t>
            </a:r>
          </a:p>
          <a:p>
            <a:r>
              <a:rPr lang="en-IN" dirty="0"/>
              <a:t>                  │ Semantic Kernel     │</a:t>
            </a:r>
          </a:p>
          <a:p>
            <a:r>
              <a:rPr lang="en-IN" dirty="0"/>
              <a:t>                  └──────────┬──────────┘</a:t>
            </a:r>
          </a:p>
          <a:p>
            <a:r>
              <a:rPr lang="en-IN" dirty="0"/>
              <a:t>                             │</a:t>
            </a:r>
          </a:p>
          <a:p>
            <a:r>
              <a:rPr lang="en-IN" dirty="0"/>
              <a:t>          ┌──────────────────┼──────────────────┐</a:t>
            </a:r>
          </a:p>
          <a:p>
            <a:r>
              <a:rPr lang="en-IN" dirty="0"/>
              <a:t>          ▼                  ▼                  ▼</a:t>
            </a:r>
          </a:p>
          <a:p>
            <a:r>
              <a:rPr lang="en-IN" dirty="0"/>
              <a:t>       </a:t>
            </a:r>
            <a:r>
              <a:rPr lang="en-IN" dirty="0" err="1"/>
              <a:t>OpenAI</a:t>
            </a:r>
            <a:r>
              <a:rPr lang="en-IN" dirty="0"/>
              <a:t>             Azure </a:t>
            </a:r>
            <a:r>
              <a:rPr lang="en-IN" dirty="0" err="1"/>
              <a:t>OpenAI</a:t>
            </a:r>
            <a:r>
              <a:rPr lang="en-IN" dirty="0"/>
              <a:t>       Gemini</a:t>
            </a:r>
          </a:p>
          <a:p>
            <a:r>
              <a:rPr lang="en-IN" dirty="0"/>
              <a:t>          │                  │                  │</a:t>
            </a:r>
          </a:p>
          <a:p>
            <a:r>
              <a:rPr lang="en-IN" dirty="0"/>
              <a:t>          └──────────────────┼──────────────────┘</a:t>
            </a:r>
          </a:p>
          <a:p>
            <a:r>
              <a:rPr lang="en-IN" dirty="0"/>
              <a:t>                             ▼</a:t>
            </a:r>
          </a:p>
          <a:p>
            <a:r>
              <a:rPr lang="en-IN" dirty="0"/>
              <a:t>                         LLM / AI</a:t>
            </a:r>
          </a:p>
        </p:txBody>
      </p:sp>
    </p:spTree>
    <p:extLst>
      <p:ext uri="{BB962C8B-B14F-4D97-AF65-F5344CB8AC3E}">
        <p14:creationId xmlns:p14="http://schemas.microsoft.com/office/powerpoint/2010/main" val="1720796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rgbClr val="242424"/>
                </a:solidFill>
                <a:latin typeface="source-serif-pro"/>
              </a:rPr>
              <a:t>Agent Framework </a:t>
            </a:r>
            <a:r>
              <a:rPr lang="en-US" dirty="0" smtClean="0"/>
              <a:t>- </a:t>
            </a:r>
            <a:r>
              <a:rPr lang="en-US" dirty="0">
                <a:solidFill>
                  <a:srgbClr val="242424"/>
                </a:solidFill>
                <a:latin typeface="source-serif-pro"/>
              </a:rPr>
              <a:t>Semantic Kernel </a:t>
            </a:r>
            <a:endParaRPr lang="en-IN" dirty="0"/>
          </a:p>
        </p:txBody>
      </p:sp>
      <p:sp>
        <p:nvSpPr>
          <p:cNvPr id="5" name="AutoShape 4" descr="AI Agent: Brain and Tools Infographic"/>
          <p:cNvSpPr>
            <a:spLocks noChangeAspect="1" noChangeArrowheads="1"/>
          </p:cNvSpPr>
          <p:nvPr/>
        </p:nvSpPr>
        <p:spPr bwMode="auto">
          <a:xfrm>
            <a:off x="155575" y="-144463"/>
            <a:ext cx="304800" cy="3048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IN"/>
          </a:p>
        </p:txBody>
      </p:sp>
      <p:sp>
        <p:nvSpPr>
          <p:cNvPr id="7" name="Rectangle 6"/>
          <p:cNvSpPr/>
          <p:nvPr/>
        </p:nvSpPr>
        <p:spPr>
          <a:xfrm>
            <a:off x="838200" y="1567564"/>
            <a:ext cx="10869538" cy="230832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/>
              <a:t>“We need an AI framework because building an enterprise AI application is much more than calling an LLM—it requires orchestration, tools, data, memory, security, validation and agent </a:t>
            </a:r>
            <a:r>
              <a:rPr lang="en-US" dirty="0" smtClean="0"/>
              <a:t>workflows</a:t>
            </a:r>
          </a:p>
          <a:p>
            <a:endParaRPr lang="en-US" dirty="0"/>
          </a:p>
          <a:p>
            <a:endParaRPr lang="en-IN" dirty="0"/>
          </a:p>
          <a:p>
            <a:r>
              <a:rPr lang="en-US" dirty="0"/>
              <a:t>Semantic Kernel (SK) is an open-source, lightweight SDK developed by Microsoft that acts as a powerful orchestration layer to build, deploy and manage intelligent AI applications and agents by integrating </a:t>
            </a:r>
            <a:r>
              <a:rPr lang="en-US" u="sng" dirty="0">
                <a:hlinkClick r:id="rId2"/>
              </a:rPr>
              <a:t>large language models</a:t>
            </a:r>
            <a:r>
              <a:rPr lang="en-US" dirty="0"/>
              <a:t> (LLMs) with external code, memory, planning and plugins. It supports multiple programming languages, including C#, Python and Java, making it a versatile choice for enterprise-grade AI development.</a:t>
            </a:r>
            <a:endParaRPr lang="en-IN" dirty="0"/>
          </a:p>
        </p:txBody>
      </p:sp>
      <p:sp>
        <p:nvSpPr>
          <p:cNvPr id="8" name="Rectangle 7"/>
          <p:cNvSpPr/>
          <p:nvPr/>
        </p:nvSpPr>
        <p:spPr>
          <a:xfrm>
            <a:off x="943242" y="4326393"/>
            <a:ext cx="10305516" cy="341632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dirty="0">
                <a:solidFill>
                  <a:srgbClr val="242424"/>
                </a:solidFill>
                <a:latin typeface="source-serif-pro"/>
              </a:rPr>
              <a:t>The Semantic Kernel SDK comes with some predefined connectors that can be grouped into two </a:t>
            </a:r>
            <a:r>
              <a:rPr lang="en-US" dirty="0">
                <a:solidFill>
                  <a:srgbClr val="242424"/>
                </a:solidFill>
                <a:latin typeface="source-serif-pro"/>
              </a:rPr>
              <a:t>areas</a:t>
            </a:r>
            <a:r>
              <a:rPr lang="en-US" dirty="0" smtClean="0">
                <a:solidFill>
                  <a:srgbClr val="242424"/>
                </a:solidFill>
                <a:latin typeface="source-serif-pro"/>
              </a:rPr>
              <a:t>:</a:t>
            </a:r>
          </a:p>
          <a:p>
            <a:endParaRPr lang="en-US" dirty="0">
              <a:solidFill>
                <a:srgbClr val="242424"/>
              </a:solidFill>
              <a:latin typeface="source-serif-pro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b="1" dirty="0">
                <a:solidFill>
                  <a:srgbClr val="242424"/>
                </a:solidFill>
                <a:latin typeface="source-serif-pro"/>
              </a:rPr>
              <a:t>Integration with AI models: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 err="1">
                <a:solidFill>
                  <a:srgbClr val="242424"/>
                </a:solidFill>
                <a:latin typeface="source-serif-pro"/>
              </a:rPr>
              <a:t>HuggingFace</a:t>
            </a:r>
            <a:r>
              <a:rPr lang="en-US" dirty="0">
                <a:solidFill>
                  <a:srgbClr val="242424"/>
                </a:solidFill>
                <a:latin typeface="source-serif-pro"/>
              </a:rPr>
              <a:t> </a:t>
            </a:r>
            <a:r>
              <a:rPr lang="en-US" dirty="0" err="1">
                <a:solidFill>
                  <a:srgbClr val="242424"/>
                </a:solidFill>
                <a:latin typeface="source-serif-pro"/>
              </a:rPr>
              <a:t>Microsoft.SemanticKernel.Connectors.AI.HuggingFace</a:t>
            </a:r>
            <a:endParaRPr lang="en-US" dirty="0">
              <a:solidFill>
                <a:srgbClr val="242424"/>
              </a:solidFill>
              <a:latin typeface="source-serif-pro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 err="1">
                <a:solidFill>
                  <a:srgbClr val="242424"/>
                </a:solidFill>
                <a:latin typeface="source-serif-pro"/>
              </a:rPr>
              <a:t>Oobabooga</a:t>
            </a:r>
            <a:r>
              <a:rPr lang="en-US" dirty="0">
                <a:solidFill>
                  <a:srgbClr val="242424"/>
                </a:solidFill>
                <a:latin typeface="source-serif-pro"/>
              </a:rPr>
              <a:t> </a:t>
            </a:r>
            <a:r>
              <a:rPr lang="en-US" dirty="0" err="1">
                <a:solidFill>
                  <a:srgbClr val="242424"/>
                </a:solidFill>
                <a:latin typeface="source-serif-pro"/>
              </a:rPr>
              <a:t>Microsoft.SemanticKernel.Connectors.AI.Oobabooga</a:t>
            </a:r>
            <a:endParaRPr lang="en-US" dirty="0">
              <a:solidFill>
                <a:srgbClr val="242424"/>
              </a:solidFill>
              <a:latin typeface="source-serif-pro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 err="1">
                <a:solidFill>
                  <a:srgbClr val="242424"/>
                </a:solidFill>
                <a:latin typeface="source-serif-pro"/>
              </a:rPr>
              <a:t>OpenAI</a:t>
            </a:r>
            <a:r>
              <a:rPr lang="en-US" dirty="0">
                <a:solidFill>
                  <a:srgbClr val="242424"/>
                </a:solidFill>
                <a:latin typeface="source-serif-pro"/>
              </a:rPr>
              <a:t> </a:t>
            </a:r>
            <a:r>
              <a:rPr lang="en-US" dirty="0" err="1" smtClean="0">
                <a:solidFill>
                  <a:srgbClr val="242424"/>
                </a:solidFill>
                <a:latin typeface="source-serif-pro"/>
              </a:rPr>
              <a:t>Microsoft.SemanticKernel.Connectors.AO.OpenAI</a:t>
            </a:r>
            <a:endParaRPr lang="en-US" dirty="0" smtClean="0">
              <a:solidFill>
                <a:srgbClr val="242424"/>
              </a:solidFill>
              <a:latin typeface="source-serif-pro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endParaRPr lang="en-US" dirty="0">
              <a:solidFill>
                <a:srgbClr val="242424"/>
              </a:solidFill>
              <a:latin typeface="source-serif-pro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dirty="0" smtClean="0">
                <a:solidFill>
                  <a:srgbClr val="242424"/>
                </a:solidFill>
                <a:latin typeface="source-serif-pro"/>
              </a:rPr>
              <a:t>Code easy to </a:t>
            </a:r>
            <a:r>
              <a:rPr lang="en-US" dirty="0" err="1" smtClean="0">
                <a:solidFill>
                  <a:srgbClr val="242424"/>
                </a:solidFill>
                <a:latin typeface="source-serif-pro"/>
              </a:rPr>
              <a:t>manintain</a:t>
            </a:r>
            <a:endParaRPr lang="en-US" dirty="0">
              <a:solidFill>
                <a:srgbClr val="242424"/>
              </a:solidFill>
              <a:latin typeface="source-serif-pro"/>
            </a:endParaRPr>
          </a:p>
          <a:p>
            <a:endParaRPr lang="en-IN" dirty="0">
              <a:solidFill>
                <a:srgbClr val="242424"/>
              </a:solidFill>
              <a:latin typeface="source-serif-pro"/>
            </a:endParaRPr>
          </a:p>
          <a:p>
            <a:endParaRPr lang="en-US" dirty="0" smtClean="0">
              <a:solidFill>
                <a:srgbClr val="242424"/>
              </a:solidFill>
              <a:latin typeface="source-serif-pro"/>
            </a:endParaRPr>
          </a:p>
          <a:p>
            <a:endParaRPr lang="en-IN" dirty="0"/>
          </a:p>
        </p:txBody>
      </p:sp>
      <p:sp>
        <p:nvSpPr>
          <p:cNvPr id="10" name="Rectangle 2"/>
          <p:cNvSpPr>
            <a:spLocks noChangeArrowheads="1"/>
          </p:cNvSpPr>
          <p:nvPr/>
        </p:nvSpPr>
        <p:spPr bwMode="auto">
          <a:xfrm>
            <a:off x="974220" y="3875888"/>
            <a:ext cx="65" cy="276999"/>
          </a:xfrm>
          <a:prstGeom prst="rect">
            <a:avLst/>
          </a:prstGeom>
          <a:solidFill>
            <a:srgbClr val="F2F2F2"/>
          </a:solidFill>
          <a:ln>
            <a:noFill/>
          </a:ln>
          <a:effectLst/>
          <a:extLs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0" tIns="0" rIns="0" bIns="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sz="1800" b="0" i="0" u="none" strike="noStrike" cap="none" normalizeH="0" baseline="0" dirty="0" smtClean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489755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5589</TotalTime>
  <Words>303</Words>
  <Application>Microsoft Office PowerPoint</Application>
  <PresentationFormat>Widescreen</PresentationFormat>
  <Paragraphs>64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Calibri Light</vt:lpstr>
      <vt:lpstr>source-serif-pro</vt:lpstr>
      <vt:lpstr>Office Theme</vt:lpstr>
      <vt:lpstr>Generative AI </vt:lpstr>
      <vt:lpstr>Agent Framework</vt:lpstr>
      <vt:lpstr>With Agent framework</vt:lpstr>
      <vt:lpstr>Agent Framework - Semantic Kernel 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Generative AI</dc:title>
  <dc:creator>admin</dc:creator>
  <cp:lastModifiedBy>Microsoft account</cp:lastModifiedBy>
  <cp:revision>23</cp:revision>
  <dcterms:created xsi:type="dcterms:W3CDTF">2026-05-31T10:38:12Z</dcterms:created>
  <dcterms:modified xsi:type="dcterms:W3CDTF">2026-08-30T18:07:08Z</dcterms:modified>
</cp:coreProperties>
</file>