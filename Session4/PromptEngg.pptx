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4" r:id="rId1"/>
  </p:sldMasterIdLst>
  <p:sldIdLst>
    <p:sldId id="256" r:id="rId2"/>
    <p:sldId id="264" r:id="rId3"/>
    <p:sldId id="265" r:id="rId4"/>
    <p:sldId id="266" r:id="rId5"/>
    <p:sldId id="267"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76833D-FFC5-42FA-8104-DC40AC524CE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B79DBD9-1746-463C-A3C3-244A64B6914A}">
      <dgm:prSet phldrT="[Text]"/>
      <dgm:spPr/>
      <dgm:t>
        <a:bodyPr/>
        <a:lstStyle/>
        <a:p>
          <a:r>
            <a:rPr lang="en-US" dirty="0" smtClean="0"/>
            <a:t>Role</a:t>
          </a:r>
          <a:endParaRPr lang="en-IN" dirty="0"/>
        </a:p>
      </dgm:t>
    </dgm:pt>
    <dgm:pt modelId="{285053BA-7ECA-4869-A707-318B8502F9BB}" type="parTrans" cxnId="{C3BC0B7F-E0EE-4CCF-AF8A-36ECFC7894DD}">
      <dgm:prSet/>
      <dgm:spPr/>
      <dgm:t>
        <a:bodyPr/>
        <a:lstStyle/>
        <a:p>
          <a:endParaRPr lang="en-IN"/>
        </a:p>
      </dgm:t>
    </dgm:pt>
    <dgm:pt modelId="{E79AB27F-044B-40B0-8EF6-94E22779F794}" type="sibTrans" cxnId="{C3BC0B7F-E0EE-4CCF-AF8A-36ECFC7894DD}">
      <dgm:prSet/>
      <dgm:spPr/>
      <dgm:t>
        <a:bodyPr/>
        <a:lstStyle/>
        <a:p>
          <a:endParaRPr lang="en-IN"/>
        </a:p>
      </dgm:t>
    </dgm:pt>
    <dgm:pt modelId="{3EA83B6C-A701-45C8-826D-D1FA4F78484E}">
      <dgm:prSet phldrT="[Text]"/>
      <dgm:spPr/>
      <dgm:t>
        <a:bodyPr/>
        <a:lstStyle/>
        <a:p>
          <a:endParaRPr lang="en-IN" dirty="0"/>
        </a:p>
      </dgm:t>
    </dgm:pt>
    <dgm:pt modelId="{748A306A-8ABE-4EF7-94DF-F9B94262ED03}" type="parTrans" cxnId="{0783D59D-B7EB-4A27-9ECE-BAF5DB5A6105}">
      <dgm:prSet/>
      <dgm:spPr/>
      <dgm:t>
        <a:bodyPr/>
        <a:lstStyle/>
        <a:p>
          <a:endParaRPr lang="en-IN"/>
        </a:p>
      </dgm:t>
    </dgm:pt>
    <dgm:pt modelId="{2126EC70-2A49-49BD-A6D2-A031C9FFC729}" type="sibTrans" cxnId="{0783D59D-B7EB-4A27-9ECE-BAF5DB5A6105}">
      <dgm:prSet/>
      <dgm:spPr/>
      <dgm:t>
        <a:bodyPr/>
        <a:lstStyle/>
        <a:p>
          <a:endParaRPr lang="en-IN"/>
        </a:p>
      </dgm:t>
    </dgm:pt>
    <dgm:pt modelId="{DFD4E733-9450-45E8-B8EF-227A1C827CAA}">
      <dgm:prSet phldrT="[Text]"/>
      <dgm:spPr/>
      <dgm:t>
        <a:bodyPr/>
        <a:lstStyle/>
        <a:p>
          <a:r>
            <a:rPr lang="en-US" dirty="0" smtClean="0"/>
            <a:t>Who You are</a:t>
          </a:r>
          <a:endParaRPr lang="en-IN" dirty="0"/>
        </a:p>
      </dgm:t>
    </dgm:pt>
    <dgm:pt modelId="{838884F7-10D8-46E6-9F2E-26813B862276}" type="parTrans" cxnId="{1F7E2B7A-456D-4D89-8DAF-ED345AAF8900}">
      <dgm:prSet/>
      <dgm:spPr/>
      <dgm:t>
        <a:bodyPr/>
        <a:lstStyle/>
        <a:p>
          <a:endParaRPr lang="en-IN"/>
        </a:p>
      </dgm:t>
    </dgm:pt>
    <dgm:pt modelId="{DAF4F11C-CB54-4FC8-B7F5-F1629B8B59B2}" type="sibTrans" cxnId="{1F7E2B7A-456D-4D89-8DAF-ED345AAF8900}">
      <dgm:prSet/>
      <dgm:spPr/>
      <dgm:t>
        <a:bodyPr/>
        <a:lstStyle/>
        <a:p>
          <a:endParaRPr lang="en-IN"/>
        </a:p>
      </dgm:t>
    </dgm:pt>
    <dgm:pt modelId="{E9134DCF-F9EB-46BA-A9FA-B80042B71B70}">
      <dgm:prSet phldrT="[Text]"/>
      <dgm:spPr/>
      <dgm:t>
        <a:bodyPr/>
        <a:lstStyle/>
        <a:p>
          <a:r>
            <a:rPr lang="en-US" dirty="0" smtClean="0"/>
            <a:t>Task</a:t>
          </a:r>
          <a:endParaRPr lang="en-IN" dirty="0"/>
        </a:p>
      </dgm:t>
    </dgm:pt>
    <dgm:pt modelId="{AEA93FD6-496D-4B55-B839-0251D1F4C009}" type="parTrans" cxnId="{2A2597DC-4A1E-4651-9F8E-8D7D8B4CE2AC}">
      <dgm:prSet/>
      <dgm:spPr/>
      <dgm:t>
        <a:bodyPr/>
        <a:lstStyle/>
        <a:p>
          <a:endParaRPr lang="en-IN"/>
        </a:p>
      </dgm:t>
    </dgm:pt>
    <dgm:pt modelId="{B68C2BF4-A7C1-4A47-95D7-13E32296559B}" type="sibTrans" cxnId="{2A2597DC-4A1E-4651-9F8E-8D7D8B4CE2AC}">
      <dgm:prSet/>
      <dgm:spPr/>
      <dgm:t>
        <a:bodyPr/>
        <a:lstStyle/>
        <a:p>
          <a:endParaRPr lang="en-IN"/>
        </a:p>
      </dgm:t>
    </dgm:pt>
    <dgm:pt modelId="{2F035543-3DDC-46DC-A168-B7139A88FC87}">
      <dgm:prSet phldrT="[Text]"/>
      <dgm:spPr/>
      <dgm:t>
        <a:bodyPr/>
        <a:lstStyle/>
        <a:p>
          <a:endParaRPr lang="en-IN" dirty="0"/>
        </a:p>
      </dgm:t>
    </dgm:pt>
    <dgm:pt modelId="{CE8BCEA6-E89F-4101-9A32-61E0E95D2610}" type="parTrans" cxnId="{ECA5FED2-016A-4B9C-A067-A5D5DC28553B}">
      <dgm:prSet/>
      <dgm:spPr/>
      <dgm:t>
        <a:bodyPr/>
        <a:lstStyle/>
        <a:p>
          <a:endParaRPr lang="en-IN"/>
        </a:p>
      </dgm:t>
    </dgm:pt>
    <dgm:pt modelId="{49DE03E3-9877-47DC-BD00-DD62DFF5DD09}" type="sibTrans" cxnId="{ECA5FED2-016A-4B9C-A067-A5D5DC28553B}">
      <dgm:prSet/>
      <dgm:spPr/>
      <dgm:t>
        <a:bodyPr/>
        <a:lstStyle/>
        <a:p>
          <a:endParaRPr lang="en-IN"/>
        </a:p>
      </dgm:t>
    </dgm:pt>
    <dgm:pt modelId="{5B66B8E1-EE6A-4979-BA81-4C87D3DD8DD3}">
      <dgm:prSet phldrT="[Text]"/>
      <dgm:spPr/>
      <dgm:t>
        <a:bodyPr/>
        <a:lstStyle/>
        <a:p>
          <a:r>
            <a:rPr lang="en-US" dirty="0" smtClean="0"/>
            <a:t>Please extract data from this or do some research</a:t>
          </a:r>
          <a:endParaRPr lang="en-IN" dirty="0"/>
        </a:p>
      </dgm:t>
    </dgm:pt>
    <dgm:pt modelId="{A573B8E4-134B-4BA1-A668-CAD7C34006C1}" type="parTrans" cxnId="{B131F78E-B9B2-46CA-AE5E-0FF428661C27}">
      <dgm:prSet/>
      <dgm:spPr/>
      <dgm:t>
        <a:bodyPr/>
        <a:lstStyle/>
        <a:p>
          <a:endParaRPr lang="en-IN"/>
        </a:p>
      </dgm:t>
    </dgm:pt>
    <dgm:pt modelId="{829C3B57-4F42-4219-ADFD-5D72F4D94CC4}" type="sibTrans" cxnId="{B131F78E-B9B2-46CA-AE5E-0FF428661C27}">
      <dgm:prSet/>
      <dgm:spPr/>
      <dgm:t>
        <a:bodyPr/>
        <a:lstStyle/>
        <a:p>
          <a:endParaRPr lang="en-IN"/>
        </a:p>
      </dgm:t>
    </dgm:pt>
    <dgm:pt modelId="{76066DED-E097-4A02-8A04-5D746EDF1630}">
      <dgm:prSet phldrT="[Text]"/>
      <dgm:spPr/>
      <dgm:t>
        <a:bodyPr/>
        <a:lstStyle/>
        <a:p>
          <a:r>
            <a:rPr lang="en-US" dirty="0" smtClean="0"/>
            <a:t>Rules</a:t>
          </a:r>
          <a:endParaRPr lang="en-IN" dirty="0"/>
        </a:p>
      </dgm:t>
    </dgm:pt>
    <dgm:pt modelId="{B1D1C26E-F7A8-4232-84CB-A55E7B1FAC39}" type="parTrans" cxnId="{C9CBCAC0-CA38-4D7D-8694-D6DFE884974C}">
      <dgm:prSet/>
      <dgm:spPr/>
      <dgm:t>
        <a:bodyPr/>
        <a:lstStyle/>
        <a:p>
          <a:endParaRPr lang="en-IN"/>
        </a:p>
      </dgm:t>
    </dgm:pt>
    <dgm:pt modelId="{782E2EC1-29F1-4C1A-8755-B3A05A1A5ACE}" type="sibTrans" cxnId="{C9CBCAC0-CA38-4D7D-8694-D6DFE884974C}">
      <dgm:prSet/>
      <dgm:spPr/>
      <dgm:t>
        <a:bodyPr/>
        <a:lstStyle/>
        <a:p>
          <a:endParaRPr lang="en-IN"/>
        </a:p>
      </dgm:t>
    </dgm:pt>
    <dgm:pt modelId="{A5D9EBAE-726D-4F3D-AD42-0E52EC89F1F7}">
      <dgm:prSet phldrT="[Text]"/>
      <dgm:spPr/>
      <dgm:t>
        <a:bodyPr/>
        <a:lstStyle/>
        <a:p>
          <a:endParaRPr lang="en-IN" dirty="0"/>
        </a:p>
      </dgm:t>
    </dgm:pt>
    <dgm:pt modelId="{D8708C84-5FBE-4A67-9688-5B16341D056F}" type="parTrans" cxnId="{FA00D38B-6899-4FC5-A113-D91073B2A65E}">
      <dgm:prSet/>
      <dgm:spPr/>
      <dgm:t>
        <a:bodyPr/>
        <a:lstStyle/>
        <a:p>
          <a:endParaRPr lang="en-IN"/>
        </a:p>
      </dgm:t>
    </dgm:pt>
    <dgm:pt modelId="{EA9EF142-75C9-4D69-ACDB-73475A6DA3BF}" type="sibTrans" cxnId="{FA00D38B-6899-4FC5-A113-D91073B2A65E}">
      <dgm:prSet/>
      <dgm:spPr/>
      <dgm:t>
        <a:bodyPr/>
        <a:lstStyle/>
        <a:p>
          <a:endParaRPr lang="en-IN"/>
        </a:p>
      </dgm:t>
    </dgm:pt>
    <dgm:pt modelId="{1A832BB1-677A-4456-B051-A33CDBB9F18C}">
      <dgm:prSet phldrT="[Text]"/>
      <dgm:spPr/>
      <dgm:t>
        <a:bodyPr/>
        <a:lstStyle/>
        <a:p>
          <a:r>
            <a:rPr lang="en-US" dirty="0" smtClean="0"/>
            <a:t>Please do not consider this or avoid this </a:t>
          </a:r>
          <a:endParaRPr lang="en-IN" dirty="0"/>
        </a:p>
      </dgm:t>
    </dgm:pt>
    <dgm:pt modelId="{10E9D74E-0D02-40EE-A3F9-8B63324F8800}" type="parTrans" cxnId="{A39A1705-F0A0-4D5F-B650-4A54042019B2}">
      <dgm:prSet/>
      <dgm:spPr/>
      <dgm:t>
        <a:bodyPr/>
        <a:lstStyle/>
        <a:p>
          <a:endParaRPr lang="en-IN"/>
        </a:p>
      </dgm:t>
    </dgm:pt>
    <dgm:pt modelId="{B81FF953-BE64-466F-914E-D4C76BD10449}" type="sibTrans" cxnId="{A39A1705-F0A0-4D5F-B650-4A54042019B2}">
      <dgm:prSet/>
      <dgm:spPr/>
      <dgm:t>
        <a:bodyPr/>
        <a:lstStyle/>
        <a:p>
          <a:endParaRPr lang="en-IN"/>
        </a:p>
      </dgm:t>
    </dgm:pt>
    <dgm:pt modelId="{C8F4746E-E9C2-4598-A4B3-7D166A8822B5}">
      <dgm:prSet phldrT="[Text]"/>
      <dgm:spPr/>
      <dgm:t>
        <a:bodyPr/>
        <a:lstStyle/>
        <a:p>
          <a:r>
            <a:rPr lang="en-US" dirty="0" smtClean="0"/>
            <a:t>Output</a:t>
          </a:r>
          <a:endParaRPr lang="en-IN" dirty="0"/>
        </a:p>
      </dgm:t>
    </dgm:pt>
    <dgm:pt modelId="{D8DA8739-1BB5-4D64-8D22-EA64E1E7F8D8}" type="parTrans" cxnId="{996A05DD-20D3-4D37-891A-B2E1D1231723}">
      <dgm:prSet/>
      <dgm:spPr/>
      <dgm:t>
        <a:bodyPr/>
        <a:lstStyle/>
        <a:p>
          <a:endParaRPr lang="en-IN"/>
        </a:p>
      </dgm:t>
    </dgm:pt>
    <dgm:pt modelId="{DFD8EF10-FEC8-447C-8C1D-D44DC947F131}" type="sibTrans" cxnId="{996A05DD-20D3-4D37-891A-B2E1D1231723}">
      <dgm:prSet/>
      <dgm:spPr/>
      <dgm:t>
        <a:bodyPr/>
        <a:lstStyle/>
        <a:p>
          <a:endParaRPr lang="en-IN"/>
        </a:p>
      </dgm:t>
    </dgm:pt>
    <dgm:pt modelId="{549FB588-5FF9-4584-8082-6274DF08B6B4}">
      <dgm:prSet/>
      <dgm:spPr/>
      <dgm:t>
        <a:bodyPr/>
        <a:lstStyle/>
        <a:p>
          <a:endParaRPr lang="en-IN" dirty="0"/>
        </a:p>
      </dgm:t>
    </dgm:pt>
    <dgm:pt modelId="{5F8AFE76-767A-44C2-8BF6-06EC2B3D3D1F}" type="parTrans" cxnId="{061C9E28-522C-4F31-A6D0-C9C933DD7EBE}">
      <dgm:prSet/>
      <dgm:spPr/>
      <dgm:t>
        <a:bodyPr/>
        <a:lstStyle/>
        <a:p>
          <a:endParaRPr lang="en-IN"/>
        </a:p>
      </dgm:t>
    </dgm:pt>
    <dgm:pt modelId="{47A58886-B554-44DE-ADCC-9DD802653B97}" type="sibTrans" cxnId="{061C9E28-522C-4F31-A6D0-C9C933DD7EBE}">
      <dgm:prSet/>
      <dgm:spPr/>
      <dgm:t>
        <a:bodyPr/>
        <a:lstStyle/>
        <a:p>
          <a:endParaRPr lang="en-IN"/>
        </a:p>
      </dgm:t>
    </dgm:pt>
    <dgm:pt modelId="{C8BBCD07-772B-44E5-A2C8-AC3BB9EAF0C6}">
      <dgm:prSet/>
      <dgm:spPr/>
      <dgm:t>
        <a:bodyPr/>
        <a:lstStyle/>
        <a:p>
          <a:r>
            <a:rPr lang="en-US" dirty="0" smtClean="0"/>
            <a:t>JSON {Key Value}</a:t>
          </a:r>
          <a:endParaRPr lang="en-IN" dirty="0"/>
        </a:p>
      </dgm:t>
    </dgm:pt>
    <dgm:pt modelId="{7FD790A4-295B-4870-B02C-1CD87B1098DC}" type="parTrans" cxnId="{95B83383-6D47-4469-B448-57B36F75A871}">
      <dgm:prSet/>
      <dgm:spPr/>
      <dgm:t>
        <a:bodyPr/>
        <a:lstStyle/>
        <a:p>
          <a:endParaRPr lang="en-IN"/>
        </a:p>
      </dgm:t>
    </dgm:pt>
    <dgm:pt modelId="{248D8100-0AC5-4014-98E4-970F1DD855B2}" type="sibTrans" cxnId="{95B83383-6D47-4469-B448-57B36F75A871}">
      <dgm:prSet/>
      <dgm:spPr/>
      <dgm:t>
        <a:bodyPr/>
        <a:lstStyle/>
        <a:p>
          <a:endParaRPr lang="en-IN"/>
        </a:p>
      </dgm:t>
    </dgm:pt>
    <dgm:pt modelId="{4BA44A06-E276-4A14-901E-A68CC5DD2E56}">
      <dgm:prSet/>
      <dgm:spPr/>
      <dgm:t>
        <a:bodyPr/>
        <a:lstStyle/>
        <a:p>
          <a:endParaRPr lang="en-IN" dirty="0"/>
        </a:p>
      </dgm:t>
    </dgm:pt>
    <dgm:pt modelId="{6B59E9F1-1E70-41B2-BB43-5952676EB1BF}" type="parTrans" cxnId="{3D96BA72-539F-43B3-BBDB-12C0D19197C6}">
      <dgm:prSet/>
      <dgm:spPr/>
      <dgm:t>
        <a:bodyPr/>
        <a:lstStyle/>
        <a:p>
          <a:endParaRPr lang="en-IN"/>
        </a:p>
      </dgm:t>
    </dgm:pt>
    <dgm:pt modelId="{8DC033FC-070A-496A-8390-DF712A306A61}" type="sibTrans" cxnId="{3D96BA72-539F-43B3-BBDB-12C0D19197C6}">
      <dgm:prSet/>
      <dgm:spPr/>
      <dgm:t>
        <a:bodyPr/>
        <a:lstStyle/>
        <a:p>
          <a:endParaRPr lang="en-IN"/>
        </a:p>
      </dgm:t>
    </dgm:pt>
    <dgm:pt modelId="{F9760427-6E56-4D0B-86AA-335E603F3B9A}" type="pres">
      <dgm:prSet presAssocID="{E476833D-FFC5-42FA-8104-DC40AC524CEC}" presName="Name0" presStyleCnt="0">
        <dgm:presLayoutVars>
          <dgm:dir/>
          <dgm:animLvl val="lvl"/>
          <dgm:resizeHandles val="exact"/>
        </dgm:presLayoutVars>
      </dgm:prSet>
      <dgm:spPr/>
      <dgm:t>
        <a:bodyPr/>
        <a:lstStyle/>
        <a:p>
          <a:endParaRPr lang="en-IN"/>
        </a:p>
      </dgm:t>
    </dgm:pt>
    <dgm:pt modelId="{90B5DA7F-0574-4997-9252-71AD69F4E218}" type="pres">
      <dgm:prSet presAssocID="{CB79DBD9-1746-463C-A3C3-244A64B6914A}" presName="composite" presStyleCnt="0"/>
      <dgm:spPr/>
    </dgm:pt>
    <dgm:pt modelId="{FC511664-9487-40CE-8492-2466953E6F7C}" type="pres">
      <dgm:prSet presAssocID="{CB79DBD9-1746-463C-A3C3-244A64B6914A}" presName="parTx" presStyleLbl="alignNode1" presStyleIdx="0" presStyleCnt="4">
        <dgm:presLayoutVars>
          <dgm:chMax val="0"/>
          <dgm:chPref val="0"/>
          <dgm:bulletEnabled val="1"/>
        </dgm:presLayoutVars>
      </dgm:prSet>
      <dgm:spPr/>
      <dgm:t>
        <a:bodyPr/>
        <a:lstStyle/>
        <a:p>
          <a:endParaRPr lang="en-IN"/>
        </a:p>
      </dgm:t>
    </dgm:pt>
    <dgm:pt modelId="{7FE8392D-A617-46BB-B694-DF948F17BDF8}" type="pres">
      <dgm:prSet presAssocID="{CB79DBD9-1746-463C-A3C3-244A64B6914A}" presName="desTx" presStyleLbl="alignAccFollowNode1" presStyleIdx="0" presStyleCnt="4">
        <dgm:presLayoutVars>
          <dgm:bulletEnabled val="1"/>
        </dgm:presLayoutVars>
      </dgm:prSet>
      <dgm:spPr/>
      <dgm:t>
        <a:bodyPr/>
        <a:lstStyle/>
        <a:p>
          <a:endParaRPr lang="en-IN"/>
        </a:p>
      </dgm:t>
    </dgm:pt>
    <dgm:pt modelId="{3496D493-122F-434D-9254-D4333E5FC1A2}" type="pres">
      <dgm:prSet presAssocID="{E79AB27F-044B-40B0-8EF6-94E22779F794}" presName="space" presStyleCnt="0"/>
      <dgm:spPr/>
    </dgm:pt>
    <dgm:pt modelId="{750B8C69-FF05-4A48-9399-194AA679705C}" type="pres">
      <dgm:prSet presAssocID="{E9134DCF-F9EB-46BA-A9FA-B80042B71B70}" presName="composite" presStyleCnt="0"/>
      <dgm:spPr/>
    </dgm:pt>
    <dgm:pt modelId="{E92596E6-0337-4163-8B53-64A8AFA85729}" type="pres">
      <dgm:prSet presAssocID="{E9134DCF-F9EB-46BA-A9FA-B80042B71B70}" presName="parTx" presStyleLbl="alignNode1" presStyleIdx="1" presStyleCnt="4">
        <dgm:presLayoutVars>
          <dgm:chMax val="0"/>
          <dgm:chPref val="0"/>
          <dgm:bulletEnabled val="1"/>
        </dgm:presLayoutVars>
      </dgm:prSet>
      <dgm:spPr/>
      <dgm:t>
        <a:bodyPr/>
        <a:lstStyle/>
        <a:p>
          <a:endParaRPr lang="en-IN"/>
        </a:p>
      </dgm:t>
    </dgm:pt>
    <dgm:pt modelId="{88EB2A23-9708-4BD5-9EE1-47E6AD75B3A2}" type="pres">
      <dgm:prSet presAssocID="{E9134DCF-F9EB-46BA-A9FA-B80042B71B70}" presName="desTx" presStyleLbl="alignAccFollowNode1" presStyleIdx="1" presStyleCnt="4">
        <dgm:presLayoutVars>
          <dgm:bulletEnabled val="1"/>
        </dgm:presLayoutVars>
      </dgm:prSet>
      <dgm:spPr/>
      <dgm:t>
        <a:bodyPr/>
        <a:lstStyle/>
        <a:p>
          <a:endParaRPr lang="en-IN"/>
        </a:p>
      </dgm:t>
    </dgm:pt>
    <dgm:pt modelId="{2D1E3A2F-6238-49FB-8E1F-FE63AA62F2C2}" type="pres">
      <dgm:prSet presAssocID="{B68C2BF4-A7C1-4A47-95D7-13E32296559B}" presName="space" presStyleCnt="0"/>
      <dgm:spPr/>
    </dgm:pt>
    <dgm:pt modelId="{D6AC4BEC-FCD4-40D4-B9F0-DD5F765F0ACA}" type="pres">
      <dgm:prSet presAssocID="{76066DED-E097-4A02-8A04-5D746EDF1630}" presName="composite" presStyleCnt="0"/>
      <dgm:spPr/>
    </dgm:pt>
    <dgm:pt modelId="{9B95EEAB-6D6C-4773-9157-97E21627E3E9}" type="pres">
      <dgm:prSet presAssocID="{76066DED-E097-4A02-8A04-5D746EDF1630}" presName="parTx" presStyleLbl="alignNode1" presStyleIdx="2" presStyleCnt="4">
        <dgm:presLayoutVars>
          <dgm:chMax val="0"/>
          <dgm:chPref val="0"/>
          <dgm:bulletEnabled val="1"/>
        </dgm:presLayoutVars>
      </dgm:prSet>
      <dgm:spPr/>
      <dgm:t>
        <a:bodyPr/>
        <a:lstStyle/>
        <a:p>
          <a:endParaRPr lang="en-IN"/>
        </a:p>
      </dgm:t>
    </dgm:pt>
    <dgm:pt modelId="{296ED76A-696C-42A7-A1FD-571C35AC2BE3}" type="pres">
      <dgm:prSet presAssocID="{76066DED-E097-4A02-8A04-5D746EDF1630}" presName="desTx" presStyleLbl="alignAccFollowNode1" presStyleIdx="2" presStyleCnt="4">
        <dgm:presLayoutVars>
          <dgm:bulletEnabled val="1"/>
        </dgm:presLayoutVars>
      </dgm:prSet>
      <dgm:spPr/>
      <dgm:t>
        <a:bodyPr/>
        <a:lstStyle/>
        <a:p>
          <a:endParaRPr lang="en-IN"/>
        </a:p>
      </dgm:t>
    </dgm:pt>
    <dgm:pt modelId="{87EE6F65-422C-4C0B-B5FB-0392D8F8373E}" type="pres">
      <dgm:prSet presAssocID="{782E2EC1-29F1-4C1A-8755-B3A05A1A5ACE}" presName="space" presStyleCnt="0"/>
      <dgm:spPr/>
    </dgm:pt>
    <dgm:pt modelId="{5754E38C-1BB0-4DAF-9F91-AC88CC480FFD}" type="pres">
      <dgm:prSet presAssocID="{C8F4746E-E9C2-4598-A4B3-7D166A8822B5}" presName="composite" presStyleCnt="0"/>
      <dgm:spPr/>
    </dgm:pt>
    <dgm:pt modelId="{20DB0F78-127D-4422-A672-F7006446A7EB}" type="pres">
      <dgm:prSet presAssocID="{C8F4746E-E9C2-4598-A4B3-7D166A8822B5}" presName="parTx" presStyleLbl="alignNode1" presStyleIdx="3" presStyleCnt="4">
        <dgm:presLayoutVars>
          <dgm:chMax val="0"/>
          <dgm:chPref val="0"/>
          <dgm:bulletEnabled val="1"/>
        </dgm:presLayoutVars>
      </dgm:prSet>
      <dgm:spPr/>
      <dgm:t>
        <a:bodyPr/>
        <a:lstStyle/>
        <a:p>
          <a:endParaRPr lang="en-IN"/>
        </a:p>
      </dgm:t>
    </dgm:pt>
    <dgm:pt modelId="{2F53AA57-FC27-427B-A031-FB52DA073D0A}" type="pres">
      <dgm:prSet presAssocID="{C8F4746E-E9C2-4598-A4B3-7D166A8822B5}" presName="desTx" presStyleLbl="alignAccFollowNode1" presStyleIdx="3" presStyleCnt="4">
        <dgm:presLayoutVars>
          <dgm:bulletEnabled val="1"/>
        </dgm:presLayoutVars>
      </dgm:prSet>
      <dgm:spPr/>
      <dgm:t>
        <a:bodyPr/>
        <a:lstStyle/>
        <a:p>
          <a:endParaRPr lang="en-IN"/>
        </a:p>
      </dgm:t>
    </dgm:pt>
  </dgm:ptLst>
  <dgm:cxnLst>
    <dgm:cxn modelId="{84C02413-6D46-4126-867B-8784116CE424}" type="presOf" srcId="{1A832BB1-677A-4456-B051-A33CDBB9F18C}" destId="{296ED76A-696C-42A7-A1FD-571C35AC2BE3}" srcOrd="0" destOrd="1" presId="urn:microsoft.com/office/officeart/2005/8/layout/hList1"/>
    <dgm:cxn modelId="{C9F3E894-BBDA-456F-B0D8-C5C05A7020FF}" type="presOf" srcId="{C8BBCD07-772B-44E5-A2C8-AC3BB9EAF0C6}" destId="{2F53AA57-FC27-427B-A031-FB52DA073D0A}" srcOrd="0" destOrd="2" presId="urn:microsoft.com/office/officeart/2005/8/layout/hList1"/>
    <dgm:cxn modelId="{FBAFEC33-63D5-4E1E-BBC0-51B72EA7E84F}" type="presOf" srcId="{4BA44A06-E276-4A14-901E-A68CC5DD2E56}" destId="{2F53AA57-FC27-427B-A031-FB52DA073D0A}" srcOrd="0" destOrd="1" presId="urn:microsoft.com/office/officeart/2005/8/layout/hList1"/>
    <dgm:cxn modelId="{FD697A08-E8C5-4296-A6ED-CFE47E12F4DF}" type="presOf" srcId="{5B66B8E1-EE6A-4979-BA81-4C87D3DD8DD3}" destId="{88EB2A23-9708-4BD5-9EE1-47E6AD75B3A2}" srcOrd="0" destOrd="1" presId="urn:microsoft.com/office/officeart/2005/8/layout/hList1"/>
    <dgm:cxn modelId="{22CA1053-77C3-4ECF-B68B-D961E9CE9FEA}" type="presOf" srcId="{76066DED-E097-4A02-8A04-5D746EDF1630}" destId="{9B95EEAB-6D6C-4773-9157-97E21627E3E9}" srcOrd="0" destOrd="0" presId="urn:microsoft.com/office/officeart/2005/8/layout/hList1"/>
    <dgm:cxn modelId="{77602ED9-F51E-4486-AD69-B3F97FD8C977}" type="presOf" srcId="{A5D9EBAE-726D-4F3D-AD42-0E52EC89F1F7}" destId="{296ED76A-696C-42A7-A1FD-571C35AC2BE3}" srcOrd="0" destOrd="0" presId="urn:microsoft.com/office/officeart/2005/8/layout/hList1"/>
    <dgm:cxn modelId="{95B83383-6D47-4469-B448-57B36F75A871}" srcId="{C8F4746E-E9C2-4598-A4B3-7D166A8822B5}" destId="{C8BBCD07-772B-44E5-A2C8-AC3BB9EAF0C6}" srcOrd="2" destOrd="0" parTransId="{7FD790A4-295B-4870-B02C-1CD87B1098DC}" sibTransId="{248D8100-0AC5-4014-98E4-970F1DD855B2}"/>
    <dgm:cxn modelId="{B131F78E-B9B2-46CA-AE5E-0FF428661C27}" srcId="{E9134DCF-F9EB-46BA-A9FA-B80042B71B70}" destId="{5B66B8E1-EE6A-4979-BA81-4C87D3DD8DD3}" srcOrd="1" destOrd="0" parTransId="{A573B8E4-134B-4BA1-A668-CAD7C34006C1}" sibTransId="{829C3B57-4F42-4219-ADFD-5D72F4D94CC4}"/>
    <dgm:cxn modelId="{54EBC3BB-613E-4BCC-B97B-613E922484B7}" type="presOf" srcId="{E9134DCF-F9EB-46BA-A9FA-B80042B71B70}" destId="{E92596E6-0337-4163-8B53-64A8AFA85729}" srcOrd="0" destOrd="0" presId="urn:microsoft.com/office/officeart/2005/8/layout/hList1"/>
    <dgm:cxn modelId="{061C9E28-522C-4F31-A6D0-C9C933DD7EBE}" srcId="{C8F4746E-E9C2-4598-A4B3-7D166A8822B5}" destId="{549FB588-5FF9-4584-8082-6274DF08B6B4}" srcOrd="0" destOrd="0" parTransId="{5F8AFE76-767A-44C2-8BF6-06EC2B3D3D1F}" sibTransId="{47A58886-B554-44DE-ADCC-9DD802653B97}"/>
    <dgm:cxn modelId="{40FD2DDE-0B6D-4C3B-9472-C1CB80E8101C}" type="presOf" srcId="{E476833D-FFC5-42FA-8104-DC40AC524CEC}" destId="{F9760427-6E56-4D0B-86AA-335E603F3B9A}" srcOrd="0" destOrd="0" presId="urn:microsoft.com/office/officeart/2005/8/layout/hList1"/>
    <dgm:cxn modelId="{504F20A2-84AE-4FFB-BF62-FA21CD434186}" type="presOf" srcId="{2F035543-3DDC-46DC-A168-B7139A88FC87}" destId="{88EB2A23-9708-4BD5-9EE1-47E6AD75B3A2}" srcOrd="0" destOrd="0" presId="urn:microsoft.com/office/officeart/2005/8/layout/hList1"/>
    <dgm:cxn modelId="{1F7E2B7A-456D-4D89-8DAF-ED345AAF8900}" srcId="{CB79DBD9-1746-463C-A3C3-244A64B6914A}" destId="{DFD4E733-9450-45E8-B8EF-227A1C827CAA}" srcOrd="1" destOrd="0" parTransId="{838884F7-10D8-46E6-9F2E-26813B862276}" sibTransId="{DAF4F11C-CB54-4FC8-B7F5-F1629B8B59B2}"/>
    <dgm:cxn modelId="{3D96BA72-539F-43B3-BBDB-12C0D19197C6}" srcId="{C8F4746E-E9C2-4598-A4B3-7D166A8822B5}" destId="{4BA44A06-E276-4A14-901E-A68CC5DD2E56}" srcOrd="1" destOrd="0" parTransId="{6B59E9F1-1E70-41B2-BB43-5952676EB1BF}" sibTransId="{8DC033FC-070A-496A-8390-DF712A306A61}"/>
    <dgm:cxn modelId="{2A2597DC-4A1E-4651-9F8E-8D7D8B4CE2AC}" srcId="{E476833D-FFC5-42FA-8104-DC40AC524CEC}" destId="{E9134DCF-F9EB-46BA-A9FA-B80042B71B70}" srcOrd="1" destOrd="0" parTransId="{AEA93FD6-496D-4B55-B839-0251D1F4C009}" sibTransId="{B68C2BF4-A7C1-4A47-95D7-13E32296559B}"/>
    <dgm:cxn modelId="{B7FB6B28-E60C-4677-9ED4-2AFD5E362DE2}" type="presOf" srcId="{DFD4E733-9450-45E8-B8EF-227A1C827CAA}" destId="{7FE8392D-A617-46BB-B694-DF948F17BDF8}" srcOrd="0" destOrd="1" presId="urn:microsoft.com/office/officeart/2005/8/layout/hList1"/>
    <dgm:cxn modelId="{0783D59D-B7EB-4A27-9ECE-BAF5DB5A6105}" srcId="{CB79DBD9-1746-463C-A3C3-244A64B6914A}" destId="{3EA83B6C-A701-45C8-826D-D1FA4F78484E}" srcOrd="0" destOrd="0" parTransId="{748A306A-8ABE-4EF7-94DF-F9B94262ED03}" sibTransId="{2126EC70-2A49-49BD-A6D2-A031C9FFC729}"/>
    <dgm:cxn modelId="{ECA5FED2-016A-4B9C-A067-A5D5DC28553B}" srcId="{E9134DCF-F9EB-46BA-A9FA-B80042B71B70}" destId="{2F035543-3DDC-46DC-A168-B7139A88FC87}" srcOrd="0" destOrd="0" parTransId="{CE8BCEA6-E89F-4101-9A32-61E0E95D2610}" sibTransId="{49DE03E3-9877-47DC-BD00-DD62DFF5DD09}"/>
    <dgm:cxn modelId="{996A05DD-20D3-4D37-891A-B2E1D1231723}" srcId="{E476833D-FFC5-42FA-8104-DC40AC524CEC}" destId="{C8F4746E-E9C2-4598-A4B3-7D166A8822B5}" srcOrd="3" destOrd="0" parTransId="{D8DA8739-1BB5-4D64-8D22-EA64E1E7F8D8}" sibTransId="{DFD8EF10-FEC8-447C-8C1D-D44DC947F131}"/>
    <dgm:cxn modelId="{A39A1705-F0A0-4D5F-B650-4A54042019B2}" srcId="{76066DED-E097-4A02-8A04-5D746EDF1630}" destId="{1A832BB1-677A-4456-B051-A33CDBB9F18C}" srcOrd="1" destOrd="0" parTransId="{10E9D74E-0D02-40EE-A3F9-8B63324F8800}" sibTransId="{B81FF953-BE64-466F-914E-D4C76BD10449}"/>
    <dgm:cxn modelId="{C3BC0B7F-E0EE-4CCF-AF8A-36ECFC7894DD}" srcId="{E476833D-FFC5-42FA-8104-DC40AC524CEC}" destId="{CB79DBD9-1746-463C-A3C3-244A64B6914A}" srcOrd="0" destOrd="0" parTransId="{285053BA-7ECA-4869-A707-318B8502F9BB}" sibTransId="{E79AB27F-044B-40B0-8EF6-94E22779F794}"/>
    <dgm:cxn modelId="{52BD6146-28C1-4A76-8895-F949EED2BFB1}" type="presOf" srcId="{549FB588-5FF9-4584-8082-6274DF08B6B4}" destId="{2F53AA57-FC27-427B-A031-FB52DA073D0A}" srcOrd="0" destOrd="0" presId="urn:microsoft.com/office/officeart/2005/8/layout/hList1"/>
    <dgm:cxn modelId="{BC65F56F-15D0-4E81-8314-3A8631C83DBB}" type="presOf" srcId="{C8F4746E-E9C2-4598-A4B3-7D166A8822B5}" destId="{20DB0F78-127D-4422-A672-F7006446A7EB}" srcOrd="0" destOrd="0" presId="urn:microsoft.com/office/officeart/2005/8/layout/hList1"/>
    <dgm:cxn modelId="{C9CBCAC0-CA38-4D7D-8694-D6DFE884974C}" srcId="{E476833D-FFC5-42FA-8104-DC40AC524CEC}" destId="{76066DED-E097-4A02-8A04-5D746EDF1630}" srcOrd="2" destOrd="0" parTransId="{B1D1C26E-F7A8-4232-84CB-A55E7B1FAC39}" sibTransId="{782E2EC1-29F1-4C1A-8755-B3A05A1A5ACE}"/>
    <dgm:cxn modelId="{B31F9597-94A7-4B2B-8E6E-4236A661E9FF}" type="presOf" srcId="{CB79DBD9-1746-463C-A3C3-244A64B6914A}" destId="{FC511664-9487-40CE-8492-2466953E6F7C}" srcOrd="0" destOrd="0" presId="urn:microsoft.com/office/officeart/2005/8/layout/hList1"/>
    <dgm:cxn modelId="{12CF0492-6912-4EA9-8F8E-BA09C00DCE01}" type="presOf" srcId="{3EA83B6C-A701-45C8-826D-D1FA4F78484E}" destId="{7FE8392D-A617-46BB-B694-DF948F17BDF8}" srcOrd="0" destOrd="0" presId="urn:microsoft.com/office/officeart/2005/8/layout/hList1"/>
    <dgm:cxn modelId="{FA00D38B-6899-4FC5-A113-D91073B2A65E}" srcId="{76066DED-E097-4A02-8A04-5D746EDF1630}" destId="{A5D9EBAE-726D-4F3D-AD42-0E52EC89F1F7}" srcOrd="0" destOrd="0" parTransId="{D8708C84-5FBE-4A67-9688-5B16341D056F}" sibTransId="{EA9EF142-75C9-4D69-ACDB-73475A6DA3BF}"/>
    <dgm:cxn modelId="{D73F3779-15B4-40C6-AD4C-D340DC55512A}" type="presParOf" srcId="{F9760427-6E56-4D0B-86AA-335E603F3B9A}" destId="{90B5DA7F-0574-4997-9252-71AD69F4E218}" srcOrd="0" destOrd="0" presId="urn:microsoft.com/office/officeart/2005/8/layout/hList1"/>
    <dgm:cxn modelId="{EBD47E30-A7B5-4B6F-BC97-34517BA7AB12}" type="presParOf" srcId="{90B5DA7F-0574-4997-9252-71AD69F4E218}" destId="{FC511664-9487-40CE-8492-2466953E6F7C}" srcOrd="0" destOrd="0" presId="urn:microsoft.com/office/officeart/2005/8/layout/hList1"/>
    <dgm:cxn modelId="{6C4BE379-5A86-4848-B9FA-846460EB24C4}" type="presParOf" srcId="{90B5DA7F-0574-4997-9252-71AD69F4E218}" destId="{7FE8392D-A617-46BB-B694-DF948F17BDF8}" srcOrd="1" destOrd="0" presId="urn:microsoft.com/office/officeart/2005/8/layout/hList1"/>
    <dgm:cxn modelId="{4CEBEAEC-788E-44FB-B9EC-5E73C6188030}" type="presParOf" srcId="{F9760427-6E56-4D0B-86AA-335E603F3B9A}" destId="{3496D493-122F-434D-9254-D4333E5FC1A2}" srcOrd="1" destOrd="0" presId="urn:microsoft.com/office/officeart/2005/8/layout/hList1"/>
    <dgm:cxn modelId="{821A595F-3F53-4B40-9B0F-4B79CE794DC1}" type="presParOf" srcId="{F9760427-6E56-4D0B-86AA-335E603F3B9A}" destId="{750B8C69-FF05-4A48-9399-194AA679705C}" srcOrd="2" destOrd="0" presId="urn:microsoft.com/office/officeart/2005/8/layout/hList1"/>
    <dgm:cxn modelId="{D6ADF9D6-1E91-4A46-AE2A-E49861205BFB}" type="presParOf" srcId="{750B8C69-FF05-4A48-9399-194AA679705C}" destId="{E92596E6-0337-4163-8B53-64A8AFA85729}" srcOrd="0" destOrd="0" presId="urn:microsoft.com/office/officeart/2005/8/layout/hList1"/>
    <dgm:cxn modelId="{C3FDAD20-0051-47A7-A50C-3A9AB6B47635}" type="presParOf" srcId="{750B8C69-FF05-4A48-9399-194AA679705C}" destId="{88EB2A23-9708-4BD5-9EE1-47E6AD75B3A2}" srcOrd="1" destOrd="0" presId="urn:microsoft.com/office/officeart/2005/8/layout/hList1"/>
    <dgm:cxn modelId="{91189BB0-2A5D-46A1-8A67-D6C7FEF1AFAC}" type="presParOf" srcId="{F9760427-6E56-4D0B-86AA-335E603F3B9A}" destId="{2D1E3A2F-6238-49FB-8E1F-FE63AA62F2C2}" srcOrd="3" destOrd="0" presId="urn:microsoft.com/office/officeart/2005/8/layout/hList1"/>
    <dgm:cxn modelId="{723DFD38-20C5-4FB3-8251-465B6837F9A2}" type="presParOf" srcId="{F9760427-6E56-4D0B-86AA-335E603F3B9A}" destId="{D6AC4BEC-FCD4-40D4-B9F0-DD5F765F0ACA}" srcOrd="4" destOrd="0" presId="urn:microsoft.com/office/officeart/2005/8/layout/hList1"/>
    <dgm:cxn modelId="{1865B453-F94D-4323-83F7-1881D3F4C28B}" type="presParOf" srcId="{D6AC4BEC-FCD4-40D4-B9F0-DD5F765F0ACA}" destId="{9B95EEAB-6D6C-4773-9157-97E21627E3E9}" srcOrd="0" destOrd="0" presId="urn:microsoft.com/office/officeart/2005/8/layout/hList1"/>
    <dgm:cxn modelId="{088D8967-41FF-4465-A36A-3DE2C3B9C0B9}" type="presParOf" srcId="{D6AC4BEC-FCD4-40D4-B9F0-DD5F765F0ACA}" destId="{296ED76A-696C-42A7-A1FD-571C35AC2BE3}" srcOrd="1" destOrd="0" presId="urn:microsoft.com/office/officeart/2005/8/layout/hList1"/>
    <dgm:cxn modelId="{581D19D2-9116-400B-954A-DEFC3DCD6202}" type="presParOf" srcId="{F9760427-6E56-4D0B-86AA-335E603F3B9A}" destId="{87EE6F65-422C-4C0B-B5FB-0392D8F8373E}" srcOrd="5" destOrd="0" presId="urn:microsoft.com/office/officeart/2005/8/layout/hList1"/>
    <dgm:cxn modelId="{0097F04E-0339-4292-A13B-D8CBAE829202}" type="presParOf" srcId="{F9760427-6E56-4D0B-86AA-335E603F3B9A}" destId="{5754E38C-1BB0-4DAF-9F91-AC88CC480FFD}" srcOrd="6" destOrd="0" presId="urn:microsoft.com/office/officeart/2005/8/layout/hList1"/>
    <dgm:cxn modelId="{A6F6C6DC-620D-455B-AFE2-AE048438183C}" type="presParOf" srcId="{5754E38C-1BB0-4DAF-9F91-AC88CC480FFD}" destId="{20DB0F78-127D-4422-A672-F7006446A7EB}" srcOrd="0" destOrd="0" presId="urn:microsoft.com/office/officeart/2005/8/layout/hList1"/>
    <dgm:cxn modelId="{CD590CDD-F53D-4165-A46E-7AEF5E6FD198}" type="presParOf" srcId="{5754E38C-1BB0-4DAF-9F91-AC88CC480FFD}" destId="{2F53AA57-FC27-427B-A031-FB52DA073D0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11664-9487-40CE-8492-2466953E6F7C}">
      <dsp:nvSpPr>
        <dsp:cNvPr id="0" name=""/>
        <dsp:cNvSpPr/>
      </dsp:nvSpPr>
      <dsp:spPr>
        <a:xfrm>
          <a:off x="4021"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Role</a:t>
          </a:r>
          <a:endParaRPr lang="en-IN" sz="2900" kern="1200" dirty="0"/>
        </a:p>
      </dsp:txBody>
      <dsp:txXfrm>
        <a:off x="4021" y="4711"/>
        <a:ext cx="2418142" cy="835200"/>
      </dsp:txXfrm>
    </dsp:sp>
    <dsp:sp modelId="{7FE8392D-A617-46BB-B694-DF948F17BDF8}">
      <dsp:nvSpPr>
        <dsp:cNvPr id="0" name=""/>
        <dsp:cNvSpPr/>
      </dsp:nvSpPr>
      <dsp:spPr>
        <a:xfrm>
          <a:off x="4021"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Who You are</a:t>
          </a:r>
          <a:endParaRPr lang="en-IN" sz="2900" kern="1200" dirty="0"/>
        </a:p>
      </dsp:txBody>
      <dsp:txXfrm>
        <a:off x="4021" y="839911"/>
        <a:ext cx="2418142" cy="3291169"/>
      </dsp:txXfrm>
    </dsp:sp>
    <dsp:sp modelId="{E92596E6-0337-4163-8B53-64A8AFA85729}">
      <dsp:nvSpPr>
        <dsp:cNvPr id="0" name=""/>
        <dsp:cNvSpPr/>
      </dsp:nvSpPr>
      <dsp:spPr>
        <a:xfrm>
          <a:off x="2760704"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Task</a:t>
          </a:r>
          <a:endParaRPr lang="en-IN" sz="2900" kern="1200" dirty="0"/>
        </a:p>
      </dsp:txBody>
      <dsp:txXfrm>
        <a:off x="2760704" y="4711"/>
        <a:ext cx="2418142" cy="835200"/>
      </dsp:txXfrm>
    </dsp:sp>
    <dsp:sp modelId="{88EB2A23-9708-4BD5-9EE1-47E6AD75B3A2}">
      <dsp:nvSpPr>
        <dsp:cNvPr id="0" name=""/>
        <dsp:cNvSpPr/>
      </dsp:nvSpPr>
      <dsp:spPr>
        <a:xfrm>
          <a:off x="2760704"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Please extract data from this or do some research</a:t>
          </a:r>
          <a:endParaRPr lang="en-IN" sz="2900" kern="1200" dirty="0"/>
        </a:p>
      </dsp:txBody>
      <dsp:txXfrm>
        <a:off x="2760704" y="839911"/>
        <a:ext cx="2418142" cy="3291169"/>
      </dsp:txXfrm>
    </dsp:sp>
    <dsp:sp modelId="{9B95EEAB-6D6C-4773-9157-97E21627E3E9}">
      <dsp:nvSpPr>
        <dsp:cNvPr id="0" name=""/>
        <dsp:cNvSpPr/>
      </dsp:nvSpPr>
      <dsp:spPr>
        <a:xfrm>
          <a:off x="5517386"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Rules</a:t>
          </a:r>
          <a:endParaRPr lang="en-IN" sz="2900" kern="1200" dirty="0"/>
        </a:p>
      </dsp:txBody>
      <dsp:txXfrm>
        <a:off x="5517386" y="4711"/>
        <a:ext cx="2418142" cy="835200"/>
      </dsp:txXfrm>
    </dsp:sp>
    <dsp:sp modelId="{296ED76A-696C-42A7-A1FD-571C35AC2BE3}">
      <dsp:nvSpPr>
        <dsp:cNvPr id="0" name=""/>
        <dsp:cNvSpPr/>
      </dsp:nvSpPr>
      <dsp:spPr>
        <a:xfrm>
          <a:off x="5517386"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Please do not consider this or avoid this </a:t>
          </a:r>
          <a:endParaRPr lang="en-IN" sz="2900" kern="1200" dirty="0"/>
        </a:p>
      </dsp:txBody>
      <dsp:txXfrm>
        <a:off x="5517386" y="839911"/>
        <a:ext cx="2418142" cy="3291169"/>
      </dsp:txXfrm>
    </dsp:sp>
    <dsp:sp modelId="{20DB0F78-127D-4422-A672-F7006446A7EB}">
      <dsp:nvSpPr>
        <dsp:cNvPr id="0" name=""/>
        <dsp:cNvSpPr/>
      </dsp:nvSpPr>
      <dsp:spPr>
        <a:xfrm>
          <a:off x="8274068"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Output</a:t>
          </a:r>
          <a:endParaRPr lang="en-IN" sz="2900" kern="1200" dirty="0"/>
        </a:p>
      </dsp:txBody>
      <dsp:txXfrm>
        <a:off x="8274068" y="4711"/>
        <a:ext cx="2418142" cy="835200"/>
      </dsp:txXfrm>
    </dsp:sp>
    <dsp:sp modelId="{2F53AA57-FC27-427B-A031-FB52DA073D0A}">
      <dsp:nvSpPr>
        <dsp:cNvPr id="0" name=""/>
        <dsp:cNvSpPr/>
      </dsp:nvSpPr>
      <dsp:spPr>
        <a:xfrm>
          <a:off x="8274068"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JSON {Key Value}</a:t>
          </a:r>
          <a:endParaRPr lang="en-IN" sz="2900" kern="1200" dirty="0"/>
        </a:p>
      </dsp:txBody>
      <dsp:txXfrm>
        <a:off x="8274068" y="839911"/>
        <a:ext cx="2418142" cy="329116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9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82072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716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75577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2967BC-126F-4822-9086-14CEAD50BE3A}" type="datetimeFigureOut">
              <a:rPr lang="en-IN" smtClean="0"/>
              <a:t>08-08-2026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122797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62967BC-126F-4822-9086-14CEAD50BE3A}" type="datetimeFigureOut">
              <a:rPr lang="en-IN" smtClean="0"/>
              <a:t>08-08-2026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54020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62967BC-126F-4822-9086-14CEAD50BE3A}" type="datetimeFigureOut">
              <a:rPr lang="en-IN" smtClean="0"/>
              <a:t>08-08-2026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718070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5540BB9-1490-4EEC-A0C1-7DE9E26C80B2}" type="slidenum">
              <a:rPr lang="en-IN" smtClean="0"/>
              <a:t>‹#›</a:t>
            </a:fld>
            <a:endParaRPr lang="en-IN"/>
          </a:p>
        </p:txBody>
      </p:sp>
    </p:spTree>
    <p:extLst>
      <p:ext uri="{BB962C8B-B14F-4D97-AF65-F5344CB8AC3E}">
        <p14:creationId xmlns:p14="http://schemas.microsoft.com/office/powerpoint/2010/main" val="155285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1180923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62688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253637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62967BC-126F-4822-9086-14CEAD50BE3A}" type="datetimeFigureOut">
              <a:rPr lang="en-IN" smtClean="0"/>
              <a:t>08-08-2026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5540BB9-1490-4EEC-A0C1-7DE9E26C80B2}"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032501"/>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749024"/>
          </a:xfrm>
        </p:spPr>
        <p:txBody>
          <a:bodyPr>
            <a:normAutofit/>
          </a:bodyPr>
          <a:lstStyle/>
          <a:p>
            <a:r>
              <a:rPr lang="en-IN" sz="4400" b="1" dirty="0"/>
              <a:t>Prompt Engineering 101 Guide</a:t>
            </a:r>
          </a:p>
        </p:txBody>
      </p:sp>
    </p:spTree>
    <p:extLst>
      <p:ext uri="{BB962C8B-B14F-4D97-AF65-F5344CB8AC3E}">
        <p14:creationId xmlns:p14="http://schemas.microsoft.com/office/powerpoint/2010/main" val="35301545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What is Prompt Engineering?</a:t>
            </a:r>
          </a:p>
        </p:txBody>
      </p:sp>
      <p:sp>
        <p:nvSpPr>
          <p:cNvPr id="3" name="Content Placeholder 2"/>
          <p:cNvSpPr>
            <a:spLocks noGrp="1"/>
          </p:cNvSpPr>
          <p:nvPr>
            <p:ph idx="1"/>
          </p:nvPr>
        </p:nvSpPr>
        <p:spPr/>
        <p:txBody>
          <a:bodyPr/>
          <a:lstStyle/>
          <a:p>
            <a:r>
              <a:rPr lang="en-US" dirty="0"/>
              <a:t>Providing instructions to LLM is prompt and if we format our prompt with rules and constraints then we can call as Prompt Engineering.</a:t>
            </a:r>
          </a:p>
          <a:p>
            <a:r>
              <a:rPr lang="en-US" dirty="0"/>
              <a:t>We should design inputs to guide LLMs to produce:</a:t>
            </a:r>
          </a:p>
          <a:p>
            <a:r>
              <a:rPr lang="en-US" dirty="0"/>
              <a:t>Accurate</a:t>
            </a:r>
          </a:p>
          <a:p>
            <a:r>
              <a:rPr lang="en-US" dirty="0"/>
              <a:t>Consistent</a:t>
            </a:r>
          </a:p>
          <a:p>
            <a:r>
              <a:rPr lang="en-US" dirty="0"/>
              <a:t>Structured</a:t>
            </a:r>
          </a:p>
          <a:p>
            <a:r>
              <a:rPr lang="en-US" dirty="0"/>
              <a:t>Safe outputs</a:t>
            </a:r>
          </a:p>
          <a:p>
            <a:endParaRPr lang="en-IN" dirty="0"/>
          </a:p>
        </p:txBody>
      </p:sp>
      <p:sp>
        <p:nvSpPr>
          <p:cNvPr id="5" name="Right Arrow 4"/>
          <p:cNvSpPr/>
          <p:nvPr/>
        </p:nvSpPr>
        <p:spPr>
          <a:xfrm>
            <a:off x="217063" y="1272851"/>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9323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Standard Prompt Structure for Prompt</a:t>
            </a:r>
            <a:br>
              <a:rPr lang="en-IN" b="1" dirty="0"/>
            </a:br>
            <a:endParaRPr lang="en-IN" dirty="0"/>
          </a:p>
        </p:txBody>
      </p:sp>
      <p:sp>
        <p:nvSpPr>
          <p:cNvPr id="3" name="Content Placeholder 2"/>
          <p:cNvSpPr>
            <a:spLocks noGrp="1"/>
          </p:cNvSpPr>
          <p:nvPr>
            <p:ph idx="1"/>
          </p:nvPr>
        </p:nvSpPr>
        <p:spPr/>
        <p:txBody>
          <a:bodyPr>
            <a:normAutofit lnSpcReduction="10000"/>
          </a:bodyPr>
          <a:lstStyle/>
          <a:p>
            <a:r>
              <a:rPr lang="en-US" dirty="0"/>
              <a:t>1. Role (Who the model is)</a:t>
            </a:r>
            <a:br>
              <a:rPr lang="en-US" dirty="0"/>
            </a:br>
            <a:r>
              <a:rPr lang="en-US" dirty="0"/>
              <a:t>2. Task (What to do)</a:t>
            </a:r>
            <a:br>
              <a:rPr lang="en-US" dirty="0"/>
            </a:br>
            <a:r>
              <a:rPr lang="en-US" dirty="0"/>
              <a:t>3. Context (Data / background)</a:t>
            </a:r>
            <a:br>
              <a:rPr lang="en-US" dirty="0"/>
            </a:br>
            <a:r>
              <a:rPr lang="en-US" dirty="0"/>
              <a:t>4. Constraints (Limits, rules)</a:t>
            </a:r>
            <a:br>
              <a:rPr lang="en-US" dirty="0"/>
            </a:br>
            <a:r>
              <a:rPr lang="en-US" dirty="0"/>
              <a:t>5. Output format (Strict structure)</a:t>
            </a:r>
            <a:br>
              <a:rPr lang="en-US" dirty="0"/>
            </a:br>
            <a:r>
              <a:rPr lang="en-US" dirty="0"/>
              <a:t>6. Examples (Optional but powerful</a:t>
            </a:r>
            <a:r>
              <a:rPr lang="en-US" dirty="0" smtClean="0"/>
              <a:t>)</a:t>
            </a:r>
            <a:endParaRPr lang="en-IN" dirty="0"/>
          </a:p>
          <a:p>
            <a:r>
              <a:rPr lang="en-US" b="1" dirty="0"/>
              <a:t>Role- Why it matters</a:t>
            </a:r>
          </a:p>
          <a:p>
            <a:r>
              <a:rPr lang="en-US" dirty="0"/>
              <a:t>Let’s see a story-&gt; suppose you are computer hardware support executive and when you come to office your manager asks you to go to market and take some orders from clients. Think will you able to do your work properly?</a:t>
            </a:r>
          </a:p>
          <a:p>
            <a:r>
              <a:rPr lang="en-US" dirty="0"/>
              <a:t>No, you will not able to take orders in professional manner because your role is computer hardware support executive, your mind set is for another role.</a:t>
            </a:r>
          </a:p>
          <a:p>
            <a:r>
              <a:rPr lang="en-US" dirty="0"/>
              <a:t>Similarly, when we instruct LLM and assign some role , LLM try to work like that professional</a:t>
            </a:r>
          </a:p>
          <a:p>
            <a:endParaRPr lang="en-IN" dirty="0"/>
          </a:p>
        </p:txBody>
      </p:sp>
      <p:sp>
        <p:nvSpPr>
          <p:cNvPr id="7" name="Right Arrow 6"/>
          <p:cNvSpPr/>
          <p:nvPr/>
        </p:nvSpPr>
        <p:spPr>
          <a:xfrm>
            <a:off x="311067" y="550965"/>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04605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67079"/>
          </a:xfrm>
        </p:spPr>
        <p:txBody>
          <a:bodyPr/>
          <a:lstStyle/>
          <a:p>
            <a:r>
              <a:rPr lang="en-IN" b="1" dirty="0"/>
              <a:t>Step-by-Step Prompt Engineering Process</a:t>
            </a:r>
          </a:p>
        </p:txBody>
      </p:sp>
      <p:sp>
        <p:nvSpPr>
          <p:cNvPr id="5" name="Content Placeholder 4"/>
          <p:cNvSpPr>
            <a:spLocks noGrp="1"/>
          </p:cNvSpPr>
          <p:nvPr>
            <p:ph idx="1"/>
          </p:nvPr>
        </p:nvSpPr>
        <p:spPr>
          <a:xfrm>
            <a:off x="1097280" y="1290256"/>
            <a:ext cx="10058400" cy="4854169"/>
          </a:xfrm>
        </p:spPr>
        <p:txBody>
          <a:bodyPr>
            <a:normAutofit fontScale="92500" lnSpcReduction="20000"/>
          </a:bodyPr>
          <a:lstStyle/>
          <a:p>
            <a:pPr marL="0" lvl="0" indent="0" eaLnBrk="0" fontAlgn="base" hangingPunct="0">
              <a:lnSpc>
                <a:spcPct val="100000"/>
              </a:lnSpc>
              <a:spcBef>
                <a:spcPct val="0"/>
              </a:spcBef>
              <a:spcAft>
                <a:spcPct val="0"/>
              </a:spcAft>
              <a:buNone/>
            </a:pPr>
            <a:endParaRPr kumimoji="0" lang="en-US" b="0" i="0" u="none" strike="noStrike" cap="none" normalizeH="0" baseline="0" dirty="0" smtClean="0">
              <a:ln>
                <a:noFill/>
              </a:ln>
              <a:solidFill>
                <a:schemeClr val="tx1"/>
              </a:solidFill>
              <a:effectLst/>
              <a:latin typeface="Arial" panose="020B0604020202020204" pitchFamily="34" charset="0"/>
            </a:endParaRPr>
          </a:p>
          <a:p>
            <a:r>
              <a:rPr lang="en-IN" b="1" dirty="0" smtClean="0"/>
              <a:t>1.Define </a:t>
            </a:r>
            <a:r>
              <a:rPr lang="en-IN" b="1" dirty="0"/>
              <a:t>Goal-</a:t>
            </a:r>
            <a:endParaRPr lang="en-IN" dirty="0"/>
          </a:p>
          <a:p>
            <a:r>
              <a:rPr lang="en-US" dirty="0"/>
              <a:t>Bad: "Explain AI"</a:t>
            </a:r>
            <a:br>
              <a:rPr lang="en-US" dirty="0"/>
            </a:br>
            <a:r>
              <a:rPr lang="en-US" dirty="0"/>
              <a:t>Good: "Explain AI to a non-technical manager in 5 bullet </a:t>
            </a:r>
            <a:r>
              <a:rPr lang="en-US" dirty="0" smtClean="0"/>
              <a:t>points“</a:t>
            </a:r>
          </a:p>
          <a:p>
            <a:r>
              <a:rPr lang="en-IN" b="1" dirty="0" smtClean="0"/>
              <a:t>2. Assign Role</a:t>
            </a:r>
          </a:p>
          <a:p>
            <a:r>
              <a:rPr lang="en-IN" dirty="0"/>
              <a:t>you are technical </a:t>
            </a:r>
            <a:r>
              <a:rPr lang="en-IN" dirty="0" smtClean="0"/>
              <a:t>architect</a:t>
            </a:r>
          </a:p>
          <a:p>
            <a:r>
              <a:rPr lang="en-IN" b="1" dirty="0" smtClean="0"/>
              <a:t>3. Add Constraints</a:t>
            </a:r>
          </a:p>
          <a:p>
            <a:r>
              <a:rPr lang="en-US" dirty="0"/>
              <a:t>.Do not exceed 100 words</a:t>
            </a:r>
            <a:br>
              <a:rPr lang="en-US" dirty="0"/>
            </a:br>
            <a:r>
              <a:rPr lang="en-US" dirty="0"/>
              <a:t>.Avoid technical jargon</a:t>
            </a:r>
            <a:br>
              <a:rPr lang="en-US" dirty="0"/>
            </a:br>
            <a:r>
              <a:rPr lang="en-US" dirty="0"/>
              <a:t>.Use bullet </a:t>
            </a:r>
            <a:r>
              <a:rPr lang="en-US" dirty="0" smtClean="0"/>
              <a:t>points</a:t>
            </a:r>
          </a:p>
          <a:p>
            <a:r>
              <a:rPr lang="en-US" dirty="0" smtClean="0"/>
              <a:t>4. </a:t>
            </a:r>
            <a:r>
              <a:rPr lang="en-IN" b="1" dirty="0"/>
              <a:t>Define Output </a:t>
            </a:r>
            <a:r>
              <a:rPr lang="en-IN" b="1" dirty="0" smtClean="0"/>
              <a:t>Format</a:t>
            </a:r>
          </a:p>
          <a:p>
            <a:r>
              <a:rPr lang="en-US" dirty="0"/>
              <a:t>Return JSON:</a:t>
            </a:r>
            <a:br>
              <a:rPr lang="en-US" dirty="0"/>
            </a:br>
            <a:r>
              <a:rPr lang="en-US" dirty="0"/>
              <a:t>{</a:t>
            </a:r>
            <a:br>
              <a:rPr lang="en-US" dirty="0"/>
            </a:br>
            <a:r>
              <a:rPr lang="en-US" dirty="0"/>
              <a:t>"risk": "",</a:t>
            </a:r>
            <a:br>
              <a:rPr lang="en-US" dirty="0"/>
            </a:br>
            <a:r>
              <a:rPr lang="en-US" dirty="0"/>
              <a:t>"score": 0</a:t>
            </a:r>
            <a:br>
              <a:rPr lang="en-US" dirty="0"/>
            </a:br>
            <a:r>
              <a:rPr lang="en-US" dirty="0"/>
              <a:t>}</a:t>
            </a:r>
            <a:endParaRPr lang="en-IN" dirty="0"/>
          </a:p>
        </p:txBody>
      </p:sp>
      <p:sp>
        <p:nvSpPr>
          <p:cNvPr id="4" name="Right Arrow 3"/>
          <p:cNvSpPr/>
          <p:nvPr/>
        </p:nvSpPr>
        <p:spPr>
          <a:xfrm>
            <a:off x="473437" y="1527749"/>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371793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Prompt </a:t>
            </a:r>
            <a:r>
              <a:rPr lang="en-IN" b="1" dirty="0"/>
              <a:t>Engineering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22629"/>
              </p:ext>
            </p:extLst>
          </p:nvPr>
        </p:nvGraphicFramePr>
        <p:xfrm>
          <a:off x="1096962" y="1846263"/>
          <a:ext cx="10696233" cy="41357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Arrow 4"/>
          <p:cNvSpPr/>
          <p:nvPr/>
        </p:nvSpPr>
        <p:spPr>
          <a:xfrm>
            <a:off x="1249965" y="874376"/>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248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Important Prompting Techniques</a:t>
            </a:r>
            <a:br>
              <a:rPr lang="en-IN" b="1" dirty="0"/>
            </a:br>
            <a:endParaRPr lang="en-IN" dirty="0"/>
          </a:p>
        </p:txBody>
      </p:sp>
      <p:sp>
        <p:nvSpPr>
          <p:cNvPr id="3" name="Content Placeholder 2"/>
          <p:cNvSpPr>
            <a:spLocks noGrp="1"/>
          </p:cNvSpPr>
          <p:nvPr>
            <p:ph idx="1"/>
          </p:nvPr>
        </p:nvSpPr>
        <p:spPr/>
        <p:txBody>
          <a:bodyPr/>
          <a:lstStyle/>
          <a:p>
            <a:r>
              <a:rPr lang="en-US" b="1" dirty="0"/>
              <a:t>1. Zero-shot Prompting</a:t>
            </a:r>
          </a:p>
          <a:p>
            <a:r>
              <a:rPr lang="en-US" dirty="0"/>
              <a:t>This is prompt where we are just asking LLM to do something without providing any other </a:t>
            </a:r>
            <a:r>
              <a:rPr lang="en-US" dirty="0" smtClean="0"/>
              <a:t>details</a:t>
            </a:r>
          </a:p>
          <a:p>
            <a:r>
              <a:rPr lang="en-US" dirty="0" smtClean="0"/>
              <a:t>Example </a:t>
            </a:r>
            <a:endParaRPr lang="en-US" dirty="0"/>
          </a:p>
          <a:p>
            <a:r>
              <a:rPr lang="en-IN" dirty="0"/>
              <a:t>Can you explain AI</a:t>
            </a:r>
            <a:endParaRPr lang="en-IN" dirty="0"/>
          </a:p>
        </p:txBody>
      </p:sp>
      <p:sp>
        <p:nvSpPr>
          <p:cNvPr id="4" name="Right Arrow 3"/>
          <p:cNvSpPr/>
          <p:nvPr/>
        </p:nvSpPr>
        <p:spPr>
          <a:xfrm>
            <a:off x="29492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59066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 2. Few </a:t>
            </a:r>
            <a:r>
              <a:rPr lang="en-IN" b="1" dirty="0"/>
              <a:t>Shot Prompt</a:t>
            </a:r>
            <a:br>
              <a:rPr lang="en-IN"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We can provide some examples while defining prompt</a:t>
            </a:r>
            <a:r>
              <a:rPr lang="en-US" dirty="0" smtClean="0"/>
              <a:t>.</a:t>
            </a:r>
          </a:p>
          <a:p>
            <a:r>
              <a:rPr lang="en-US" dirty="0"/>
              <a:t>Classify the user intent into one of:</a:t>
            </a:r>
            <a:r>
              <a:rPr lang="en-US" dirty="0"/>
              <a:t/>
            </a:r>
            <a:br>
              <a:rPr lang="en-US" dirty="0"/>
            </a:br>
            <a:r>
              <a:rPr lang="en-US" dirty="0"/>
              <a:t>- Refund</a:t>
            </a:r>
            <a:r>
              <a:rPr lang="en-US" dirty="0"/>
              <a:t/>
            </a:r>
            <a:br>
              <a:rPr lang="en-US" dirty="0"/>
            </a:br>
            <a:r>
              <a:rPr lang="en-US" dirty="0"/>
              <a:t>- Complaint</a:t>
            </a:r>
            <a:r>
              <a:rPr lang="en-US" dirty="0"/>
              <a:t/>
            </a:r>
            <a:br>
              <a:rPr lang="en-US" dirty="0"/>
            </a:br>
            <a:r>
              <a:rPr lang="en-US" dirty="0"/>
              <a:t>- Inquiry</a:t>
            </a:r>
            <a:r>
              <a:rPr lang="en-US" dirty="0"/>
              <a:t/>
            </a:r>
            <a:br>
              <a:rPr lang="en-US" dirty="0"/>
            </a:br>
            <a:r>
              <a:rPr lang="en-US" dirty="0"/>
              <a:t/>
            </a:r>
            <a:br>
              <a:rPr lang="en-US" dirty="0"/>
            </a:br>
            <a:r>
              <a:rPr lang="en-US" dirty="0"/>
              <a:t>Example:</a:t>
            </a:r>
            <a:r>
              <a:rPr lang="en-US" dirty="0"/>
              <a:t/>
            </a:r>
            <a:br>
              <a:rPr lang="en-US" dirty="0"/>
            </a:br>
            <a:r>
              <a:rPr lang="en-US" dirty="0"/>
              <a:t>Input: "I want my money back"</a:t>
            </a:r>
            <a:r>
              <a:rPr lang="en-US" dirty="0"/>
              <a:t/>
            </a:r>
            <a:br>
              <a:rPr lang="en-US" dirty="0"/>
            </a:br>
            <a:r>
              <a:rPr lang="en-US" dirty="0"/>
              <a:t>Output: Refund</a:t>
            </a:r>
            <a:r>
              <a:rPr lang="en-US" dirty="0"/>
              <a:t/>
            </a:r>
            <a:br>
              <a:rPr lang="en-US" dirty="0"/>
            </a:br>
            <a:r>
              <a:rPr lang="en-US" dirty="0"/>
              <a:t/>
            </a:r>
            <a:br>
              <a:rPr lang="en-US" dirty="0"/>
            </a:br>
            <a:r>
              <a:rPr lang="en-US" dirty="0"/>
              <a:t>Input: "This product is not working"</a:t>
            </a:r>
            <a:r>
              <a:rPr lang="en-US" dirty="0"/>
              <a:t/>
            </a:r>
            <a:br>
              <a:rPr lang="en-US" dirty="0"/>
            </a:br>
            <a:r>
              <a:rPr lang="en-US" dirty="0"/>
              <a:t>Output: Complaint</a:t>
            </a:r>
            <a:r>
              <a:rPr lang="en-US" dirty="0"/>
              <a:t/>
            </a:r>
            <a:br>
              <a:rPr lang="en-US" dirty="0"/>
            </a:br>
            <a:r>
              <a:rPr lang="en-US" dirty="0"/>
              <a:t/>
            </a:r>
            <a:br>
              <a:rPr lang="en-US" dirty="0"/>
            </a:br>
            <a:r>
              <a:rPr lang="en-US" dirty="0"/>
              <a:t>Input: "What is the delivery time?"</a:t>
            </a:r>
            <a:r>
              <a:rPr lang="en-US" dirty="0"/>
              <a:t/>
            </a:r>
            <a:br>
              <a:rPr lang="en-US" dirty="0"/>
            </a:br>
            <a:r>
              <a:rPr lang="en-US" dirty="0"/>
              <a:t>Output: Inquiry</a:t>
            </a:r>
            <a:r>
              <a:rPr lang="en-US" dirty="0"/>
              <a:t/>
            </a:r>
            <a:br>
              <a:rPr lang="en-US" dirty="0"/>
            </a:br>
            <a:r>
              <a:rPr lang="en-US" dirty="0"/>
              <a:t/>
            </a:r>
            <a:br>
              <a:rPr lang="en-US" dirty="0"/>
            </a:br>
            <a:r>
              <a:rPr lang="en-US" dirty="0"/>
              <a:t>Now classify:</a:t>
            </a:r>
            <a:r>
              <a:rPr lang="en-US" dirty="0"/>
              <a:t/>
            </a:r>
            <a:br>
              <a:rPr lang="en-US" dirty="0"/>
            </a:br>
            <a:r>
              <a:rPr lang="en-US" dirty="0"/>
              <a:t>Input: "I have not received my order yet"</a:t>
            </a:r>
            <a:r>
              <a:rPr lang="en-US" dirty="0"/>
              <a:t/>
            </a:r>
            <a:br>
              <a:rPr lang="en-US" dirty="0"/>
            </a:br>
            <a:r>
              <a:rPr lang="en-US" dirty="0"/>
              <a:t>Output:</a:t>
            </a:r>
            <a:endParaRPr lang="en-IN" dirty="0"/>
          </a:p>
        </p:txBody>
      </p:sp>
      <p:sp>
        <p:nvSpPr>
          <p:cNvPr id="4" name="Right Arrow 3"/>
          <p:cNvSpPr/>
          <p:nvPr/>
        </p:nvSpPr>
        <p:spPr>
          <a:xfrm>
            <a:off x="29492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52655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120" y="286603"/>
            <a:ext cx="10058400" cy="1450757"/>
          </a:xfrm>
        </p:spPr>
        <p:txBody>
          <a:bodyPr/>
          <a:lstStyle/>
          <a:p>
            <a:r>
              <a:rPr lang="en-IN" b="1" dirty="0" smtClean="0"/>
              <a:t>3. Chain-of-Thought </a:t>
            </a:r>
            <a:r>
              <a:rPr lang="en-IN" b="1" dirty="0"/>
              <a:t>(</a:t>
            </a:r>
            <a:r>
              <a:rPr lang="en-IN" b="1" dirty="0" err="1"/>
              <a:t>CoT</a:t>
            </a:r>
            <a:r>
              <a:rPr lang="en-IN" b="1" dirty="0"/>
              <a:t>)</a:t>
            </a:r>
            <a:br>
              <a:rPr lang="en-IN" b="1" dirty="0"/>
            </a:br>
            <a:endParaRPr lang="en-IN" dirty="0"/>
          </a:p>
        </p:txBody>
      </p:sp>
      <p:sp>
        <p:nvSpPr>
          <p:cNvPr id="3" name="Content Placeholder 2"/>
          <p:cNvSpPr>
            <a:spLocks noGrp="1"/>
          </p:cNvSpPr>
          <p:nvPr>
            <p:ph idx="1"/>
          </p:nvPr>
        </p:nvSpPr>
        <p:spPr>
          <a:xfrm>
            <a:off x="1097280" y="1503902"/>
            <a:ext cx="7660858" cy="1912701"/>
          </a:xfrm>
        </p:spPr>
        <p:txBody>
          <a:bodyPr>
            <a:normAutofit fontScale="92500" lnSpcReduction="20000"/>
          </a:bodyPr>
          <a:lstStyle/>
          <a:p>
            <a:r>
              <a:rPr lang="en-US" dirty="0"/>
              <a:t>This is very useful when we need something like LLM to think and Observe and </a:t>
            </a:r>
            <a:r>
              <a:rPr lang="en-US" dirty="0" smtClean="0"/>
              <a:t>Plan</a:t>
            </a:r>
          </a:p>
          <a:p>
            <a:endParaRPr lang="en-US" dirty="0"/>
          </a:p>
          <a:p>
            <a:r>
              <a:rPr lang="en-US" dirty="0"/>
              <a:t>Question:</a:t>
            </a:r>
            <a:r>
              <a:rPr lang="en-US" dirty="0"/>
              <a:t/>
            </a:r>
            <a:br>
              <a:rPr lang="en-US" dirty="0"/>
            </a:br>
            <a:r>
              <a:rPr lang="en-US" dirty="0"/>
              <a:t>If a product costs ₹100 and has a 20% discount, what is the final price?</a:t>
            </a:r>
            <a:r>
              <a:rPr lang="en-US" dirty="0"/>
              <a:t/>
            </a:r>
            <a:br>
              <a:rPr lang="en-US" dirty="0"/>
            </a:br>
            <a:r>
              <a:rPr lang="en-US" dirty="0"/>
              <a:t/>
            </a:r>
            <a:br>
              <a:rPr lang="en-US" dirty="0"/>
            </a:br>
            <a:r>
              <a:rPr lang="en-US" dirty="0"/>
              <a:t>Think step by step</a:t>
            </a:r>
            <a:r>
              <a:rPr lang="en-US" dirty="0" smtClean="0"/>
              <a:t>.</a:t>
            </a:r>
          </a:p>
          <a:p>
            <a:endParaRPr lang="en-IN" dirty="0"/>
          </a:p>
        </p:txBody>
      </p:sp>
      <p:pic>
        <p:nvPicPr>
          <p:cNvPr id="1026" name="Picture 2" descr="https://miro.medium.com/v2/resize:fit:875/1*n_LikghF2y7LkIzZ-OWEM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0" y="2954659"/>
            <a:ext cx="5312674" cy="2622944"/>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25428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226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4. Self-Reflection </a:t>
            </a:r>
            <a:r>
              <a:rPr lang="en-IN" b="1" dirty="0"/>
              <a:t>Prompt</a:t>
            </a:r>
            <a:endParaRPr lang="en-IN" dirty="0"/>
          </a:p>
        </p:txBody>
      </p:sp>
      <p:sp>
        <p:nvSpPr>
          <p:cNvPr id="3" name="Content Placeholder 2"/>
          <p:cNvSpPr>
            <a:spLocks noGrp="1"/>
          </p:cNvSpPr>
          <p:nvPr>
            <p:ph idx="1"/>
          </p:nvPr>
        </p:nvSpPr>
        <p:spPr/>
        <p:txBody>
          <a:bodyPr/>
          <a:lstStyle/>
          <a:p>
            <a:r>
              <a:rPr lang="en-US" dirty="0"/>
              <a:t>Here we can ask LLM to review and improve answer</a:t>
            </a:r>
            <a:r>
              <a:rPr lang="en-US" dirty="0" smtClean="0"/>
              <a:t>.</a:t>
            </a:r>
          </a:p>
          <a:p>
            <a:r>
              <a:rPr lang="en-US" dirty="0"/>
              <a:t>Answer the question:</a:t>
            </a:r>
            <a:r>
              <a:rPr lang="en-US" dirty="0"/>
              <a:t/>
            </a:r>
            <a:br>
              <a:rPr lang="en-US" dirty="0"/>
            </a:br>
            <a:r>
              <a:rPr lang="en-US" dirty="0"/>
              <a:t>"Explain </a:t>
            </a:r>
            <a:r>
              <a:rPr lang="en-US" dirty="0" err="1"/>
              <a:t>microservices</a:t>
            </a:r>
            <a:r>
              <a:rPr lang="en-US" dirty="0"/>
              <a:t> architecture"</a:t>
            </a:r>
            <a:r>
              <a:rPr lang="en-US" dirty="0"/>
              <a:t/>
            </a:r>
            <a:br>
              <a:rPr lang="en-US" dirty="0"/>
            </a:br>
            <a:r>
              <a:rPr lang="en-US" dirty="0"/>
              <a:t/>
            </a:r>
            <a:br>
              <a:rPr lang="en-US" dirty="0"/>
            </a:br>
            <a:r>
              <a:rPr lang="en-US" dirty="0"/>
              <a:t>Then:</a:t>
            </a:r>
            <a:r>
              <a:rPr lang="en-US" dirty="0"/>
              <a:t/>
            </a:r>
            <a:br>
              <a:rPr lang="en-US" dirty="0"/>
            </a:br>
            <a:r>
              <a:rPr lang="en-US" dirty="0"/>
              <a:t>Review your answer and improve clarity, correctness, and completeness.</a:t>
            </a:r>
            <a:endParaRPr lang="en-IN" dirty="0"/>
          </a:p>
        </p:txBody>
      </p:sp>
      <p:sp>
        <p:nvSpPr>
          <p:cNvPr id="4" name="Right Arrow 3"/>
          <p:cNvSpPr/>
          <p:nvPr/>
        </p:nvSpPr>
        <p:spPr>
          <a:xfrm>
            <a:off x="396525" y="1097896"/>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497981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680</TotalTime>
  <Words>200</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Retrospect</vt:lpstr>
      <vt:lpstr>Prompt Engineering 101 Guide</vt:lpstr>
      <vt:lpstr>What is Prompt Engineering?</vt:lpstr>
      <vt:lpstr>Standard Prompt Structure for Prompt </vt:lpstr>
      <vt:lpstr>Step-by-Step Prompt Engineering Process</vt:lpstr>
      <vt:lpstr>Prompt Engineering</vt:lpstr>
      <vt:lpstr>Important Prompting Techniques </vt:lpstr>
      <vt:lpstr> 2. Few Shot Prompt </vt:lpstr>
      <vt:lpstr>3. Chain-of-Thought (CoT) </vt:lpstr>
      <vt:lpstr>4. Self-Reflection Prompt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Between Models </dc:title>
  <dc:creator>Microsoft account</dc:creator>
  <cp:lastModifiedBy>Microsoft account</cp:lastModifiedBy>
  <cp:revision>17</cp:revision>
  <dcterms:created xsi:type="dcterms:W3CDTF">2026-08-07T17:42:45Z</dcterms:created>
  <dcterms:modified xsi:type="dcterms:W3CDTF">2026-08-08T18:41:43Z</dcterms:modified>
</cp:coreProperties>
</file>