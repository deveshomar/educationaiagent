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9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72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71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4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97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200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70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853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92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88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7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2967BC-126F-4822-9086-14CEAD50BE3A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5540BB9-1490-4EEC-A0C1-7DE9E26C80B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032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49024"/>
          </a:xfrm>
        </p:spPr>
        <p:txBody>
          <a:bodyPr>
            <a:normAutofit/>
          </a:bodyPr>
          <a:lstStyle/>
          <a:p>
            <a:r>
              <a:rPr lang="en-IN" sz="4400" b="1" dirty="0" err="1" smtClean="0"/>
              <a:t>WebSearch</a:t>
            </a:r>
            <a:r>
              <a:rPr lang="en-IN" sz="4400" b="1" dirty="0" smtClean="0"/>
              <a:t> Tool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53015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OpenAI</a:t>
            </a:r>
            <a:r>
              <a:rPr lang="en-US" dirty="0" smtClean="0"/>
              <a:t> </a:t>
            </a:r>
            <a:r>
              <a:rPr lang="en-US" dirty="0" err="1" smtClean="0"/>
              <a:t>WebSearch</a:t>
            </a:r>
            <a:r>
              <a:rPr lang="en-US" dirty="0" smtClean="0"/>
              <a:t> Tool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When We search any data and LLM does not know it can go to Web search and can respond.</a:t>
            </a:r>
          </a:p>
          <a:p>
            <a:r>
              <a:rPr lang="en-US" dirty="0" smtClean="0"/>
              <a:t>Every LLM have cutoff date. Cutoff </a:t>
            </a:r>
            <a:r>
              <a:rPr lang="en-US" dirty="0" err="1" smtClean="0"/>
              <a:t>Dateis</a:t>
            </a:r>
            <a:r>
              <a:rPr lang="en-US" dirty="0" smtClean="0"/>
              <a:t> date by when LLM have training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236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WebSearch</a:t>
            </a:r>
            <a:r>
              <a:rPr lang="en-US" dirty="0" smtClean="0"/>
              <a:t> Tool 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2048" y="3025212"/>
            <a:ext cx="1768980" cy="658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User Query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991028" y="3354225"/>
            <a:ext cx="1222048" cy="42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213076" y="3025212"/>
            <a:ext cx="1768980" cy="658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LLM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5982056" y="3330140"/>
            <a:ext cx="1222048" cy="42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204104" y="3001127"/>
            <a:ext cx="1768980" cy="658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Have Answer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25484" y="1999845"/>
            <a:ext cx="1768980" cy="658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Answer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25484" y="4322876"/>
            <a:ext cx="1768980" cy="658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Web Search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8715286" y="2567726"/>
            <a:ext cx="410198" cy="43281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8920385" y="3618406"/>
            <a:ext cx="915397" cy="7044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088594" y="2464340"/>
            <a:ext cx="626692" cy="2658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Yes</a:t>
            </a:r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9369537" y="3571186"/>
            <a:ext cx="626692" cy="2658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No</a:t>
            </a:r>
            <a:endParaRPr lang="en-IN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7451933" y="4742916"/>
            <a:ext cx="16735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708590" y="4413903"/>
            <a:ext cx="1768980" cy="658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LLM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4035039" y="4742916"/>
            <a:ext cx="16735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238285" y="4413903"/>
            <a:ext cx="1768980" cy="658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Response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21673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1499</TotalTime>
  <Words>55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Calibri Light</vt:lpstr>
      <vt:lpstr>Retrospect</vt:lpstr>
      <vt:lpstr>WebSearch Tool</vt:lpstr>
      <vt:lpstr>OpenAI WebSearch Tool</vt:lpstr>
      <vt:lpstr>WebSearch Tool Flow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Choosing Between Models </dc:title>
  <dc:creator>Microsoft account</dc:creator>
  <cp:lastModifiedBy>Microsoft account</cp:lastModifiedBy>
  <cp:revision>20</cp:revision>
  <dcterms:created xsi:type="dcterms:W3CDTF">2026-08-07T17:42:45Z</dcterms:created>
  <dcterms:modified xsi:type="dcterms:W3CDTF">2026-08-16T03:35:32Z</dcterms:modified>
</cp:coreProperties>
</file>