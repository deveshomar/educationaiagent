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7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0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7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7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2967BC-126F-4822-9086-14CEAD50BE3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3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genzeonplatform/healthcare-brain-clinical-findings-ner" TargetMode="External"/><Relationship Id="rId2" Type="http://schemas.openxmlformats.org/officeDocument/2006/relationships/hyperlink" Target="https://huggingface.co/genzeonplatform/healthcare-brain-medication-n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9024"/>
          </a:xfrm>
        </p:spPr>
        <p:txBody>
          <a:bodyPr>
            <a:normAutofit/>
          </a:bodyPr>
          <a:lstStyle/>
          <a:p>
            <a:r>
              <a:rPr lang="en-US" sz="4400" dirty="0" smtClean="0"/>
              <a:t>Choosing Between Models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15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Popular LLM Providers and models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359187"/>
            <a:ext cx="10058400" cy="299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2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 err="1" smtClean="0"/>
              <a:t>Comparision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013" y="1846263"/>
            <a:ext cx="795430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6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Flagship</a:t>
            </a:r>
            <a:r>
              <a:rPr lang="en-IN" dirty="0" smtClean="0"/>
              <a:t> model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matters more than cost.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task involves complex reasoning.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You're building coding assistants.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You're working in regulated domains such as finance or healthcare.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need sophisticated AI agents.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want the highest-quality output.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17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Mini</a:t>
            </a:r>
            <a:r>
              <a:rPr lang="en-IN" dirty="0" smtClean="0"/>
              <a:t> model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5038" y="1565506"/>
            <a:ext cx="88655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need a balance of quality, speed, and cost.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You're building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internal assistants.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requests are of moderate complexity.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97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Nano</a:t>
            </a:r>
            <a:r>
              <a:rPr lang="en-IN" dirty="0" smtClean="0"/>
              <a:t> model 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38200" y="16906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The task is simple (classification, routing, tagging).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Low latency and low cost are the highest priorities.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You're handling very high request volumes. </a:t>
            </a:r>
          </a:p>
        </p:txBody>
      </p:sp>
    </p:spTree>
    <p:extLst>
      <p:ext uri="{BB962C8B-B14F-4D97-AF65-F5344CB8AC3E}">
        <p14:creationId xmlns:p14="http://schemas.microsoft.com/office/powerpoint/2010/main" val="1162424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Reasoning Models</a:t>
            </a:r>
          </a:p>
          <a:p>
            <a:r>
              <a:rPr lang="en-US" dirty="0"/>
              <a:t>Below are few reasoning models</a:t>
            </a:r>
          </a:p>
          <a:p>
            <a:r>
              <a:rPr lang="en-US" dirty="0"/>
              <a:t>GPT‑4 (full versions)</a:t>
            </a:r>
          </a:p>
          <a:p>
            <a:r>
              <a:rPr lang="en-US" dirty="0"/>
              <a:t>Claude 3 Sonnet</a:t>
            </a:r>
          </a:p>
          <a:p>
            <a:r>
              <a:rPr lang="en-US" b="1" dirty="0"/>
              <a:t>Gemini Advanced / Ultra</a:t>
            </a:r>
            <a:endParaRPr lang="en-US" dirty="0"/>
          </a:p>
          <a:p>
            <a:r>
              <a:rPr lang="en-US" dirty="0"/>
              <a:t>LLaMA‑3‑70B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35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 Model </a:t>
            </a:r>
            <a:r>
              <a:rPr lang="en-IN" b="1" dirty="0" smtClean="0"/>
              <a:t>- 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Below are few simple models</a:t>
            </a:r>
          </a:p>
          <a:p>
            <a:r>
              <a:rPr lang="en-US" dirty="0"/>
              <a:t>GPT‑3.5‑Turbo</a:t>
            </a:r>
          </a:p>
          <a:p>
            <a:r>
              <a:rPr lang="en-US" dirty="0" err="1"/>
              <a:t>LLaMA</a:t>
            </a:r>
            <a:r>
              <a:rPr lang="en-US" dirty="0"/>
              <a:t> 2 7B</a:t>
            </a:r>
          </a:p>
          <a:p>
            <a:r>
              <a:rPr lang="en-US" dirty="0"/>
              <a:t>Phi‑2</a:t>
            </a:r>
          </a:p>
          <a:p>
            <a:r>
              <a:rPr lang="en-US" dirty="0"/>
              <a:t>GPT‑4‑Lite style models</a:t>
            </a:r>
          </a:p>
          <a:p>
            <a:r>
              <a:rPr lang="en-US" dirty="0"/>
              <a:t>These are Optimizes for </a:t>
            </a:r>
            <a:r>
              <a:rPr lang="en-US" b="1" dirty="0"/>
              <a:t>fast responses</a:t>
            </a:r>
            <a:endParaRPr lang="en-US" dirty="0"/>
          </a:p>
          <a:p>
            <a:r>
              <a:rPr lang="en-US" dirty="0"/>
              <a:t>Not able to Plan based on Task.</a:t>
            </a:r>
          </a:p>
          <a:p>
            <a:r>
              <a:rPr lang="en-US" dirty="0"/>
              <a:t>Fails where multi-step decision making required.</a:t>
            </a:r>
          </a:p>
        </p:txBody>
      </p:sp>
    </p:spTree>
    <p:extLst>
      <p:ext uri="{BB962C8B-B14F-4D97-AF65-F5344CB8AC3E}">
        <p14:creationId xmlns:p14="http://schemas.microsoft.com/office/powerpoint/2010/main" val="31805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Simple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User Ask</a:t>
            </a:r>
          </a:p>
          <a:p>
            <a:pPr marL="0" indent="0">
              <a:buNone/>
            </a:pPr>
            <a:r>
              <a:rPr lang="en-US" sz="1600" i="1" dirty="0"/>
              <a:t>“Can you give email me my order details and please share last 5 month orders</a:t>
            </a:r>
            <a:r>
              <a:rPr lang="en-US" sz="1600" i="1" dirty="0" smtClean="0"/>
              <a:t>.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dirty="0" smtClean="0"/>
              <a:t>Tasks</a:t>
            </a:r>
          </a:p>
          <a:p>
            <a:pPr marL="514350" indent="-514350">
              <a:buAutoNum type="arabicPeriod"/>
            </a:pPr>
            <a:r>
              <a:rPr lang="en-US" sz="1600" dirty="0" smtClean="0"/>
              <a:t>Email </a:t>
            </a:r>
          </a:p>
          <a:p>
            <a:pPr marL="514350" indent="-514350">
              <a:buAutoNum type="arabicPeriod"/>
            </a:pPr>
            <a:r>
              <a:rPr lang="en-US" sz="1600" dirty="0" smtClean="0"/>
              <a:t>Fetch Order details</a:t>
            </a:r>
          </a:p>
          <a:p>
            <a:pPr marL="514350" indent="-514350">
              <a:buAutoNum type="arabicPeriod"/>
            </a:pPr>
            <a:r>
              <a:rPr lang="en-US" sz="1600" dirty="0" smtClean="0"/>
              <a:t>Fetch last 5 month order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Execution Wrong Order</a:t>
            </a:r>
            <a:endParaRPr lang="en-US" sz="1600" dirty="0"/>
          </a:p>
          <a:p>
            <a:pPr marL="514350" indent="-514350">
              <a:buAutoNum type="arabicPeriod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7286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Simple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User Ask - </a:t>
            </a:r>
          </a:p>
          <a:p>
            <a:pPr marL="0" indent="0">
              <a:buNone/>
            </a:pPr>
            <a:r>
              <a:rPr lang="en-US" sz="1800" dirty="0" smtClean="0"/>
              <a:t>“Getting  time out Error can you suggest how to fix”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Simple </a:t>
            </a:r>
            <a:r>
              <a:rPr lang="en-US" sz="1800" dirty="0"/>
              <a:t>Model will provide reasons like results like</a:t>
            </a:r>
          </a:p>
          <a:p>
            <a:r>
              <a:rPr lang="en-US" sz="1800" dirty="0"/>
              <a:t>Server is down</a:t>
            </a:r>
          </a:p>
          <a:p>
            <a:r>
              <a:rPr lang="en-US" sz="1800" dirty="0"/>
              <a:t>“Increase timeout”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13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649"/>
          </a:xfrm>
        </p:spPr>
        <p:txBody>
          <a:bodyPr/>
          <a:lstStyle/>
          <a:p>
            <a:r>
              <a:rPr lang="en-US" dirty="0" smtClean="0"/>
              <a:t>Reasoning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9679"/>
            <a:ext cx="10515600" cy="5117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User Prompt-  </a:t>
            </a:r>
            <a:r>
              <a:rPr lang="en-US" sz="1600" dirty="0"/>
              <a:t>“Can you give email me my order details and please share last 5 month orders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Reasoning Model will work like below</a:t>
            </a:r>
          </a:p>
          <a:p>
            <a:r>
              <a:rPr lang="en-US" sz="1600" dirty="0"/>
              <a:t>First, it will read complete sentence</a:t>
            </a:r>
          </a:p>
          <a:p>
            <a:r>
              <a:rPr lang="en-US" sz="1600" dirty="0"/>
              <a:t>Will Create Plan like below</a:t>
            </a:r>
          </a:p>
          <a:p>
            <a:r>
              <a:rPr lang="en-US" sz="1600" dirty="0"/>
              <a:t>Fetch Order details</a:t>
            </a:r>
          </a:p>
          <a:p>
            <a:r>
              <a:rPr lang="en-US" sz="1600" dirty="0"/>
              <a:t>Fetch Last 5 month Order details</a:t>
            </a:r>
          </a:p>
          <a:p>
            <a:r>
              <a:rPr lang="en-US" sz="1600" dirty="0"/>
              <a:t>Combine Both into one.</a:t>
            </a:r>
          </a:p>
          <a:p>
            <a:r>
              <a:rPr lang="en-US" sz="1600" dirty="0"/>
              <a:t>Draft User professional Email</a:t>
            </a:r>
          </a:p>
          <a:p>
            <a:r>
              <a:rPr lang="en-US" sz="1600" dirty="0"/>
              <a:t>Send Email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 smtClean="0"/>
              <a:t>Correct Execution</a:t>
            </a:r>
          </a:p>
          <a:p>
            <a:endParaRPr lang="en-US" sz="1900" dirty="0"/>
          </a:p>
          <a:p>
            <a:endParaRPr lang="en-US" sz="19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48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“can you check logs and share detailed analysis why error occurred; we got error yesterday at 7 pm</a:t>
            </a:r>
            <a:r>
              <a:rPr lang="en-US" dirty="0" smtClean="0"/>
              <a:t>”</a:t>
            </a:r>
          </a:p>
          <a:p>
            <a:endParaRPr lang="en-US" sz="2100" dirty="0"/>
          </a:p>
          <a:p>
            <a:r>
              <a:rPr lang="en-US" sz="2100" b="1" dirty="0"/>
              <a:t>Now LLM will plan like below</a:t>
            </a:r>
          </a:p>
          <a:p>
            <a:r>
              <a:rPr lang="en-US" sz="2100" dirty="0"/>
              <a:t>Read complete sentence</a:t>
            </a:r>
          </a:p>
          <a:p>
            <a:r>
              <a:rPr lang="en-US" sz="2100" dirty="0"/>
              <a:t>Will see what to do — Read operation it is</a:t>
            </a:r>
          </a:p>
          <a:p>
            <a:r>
              <a:rPr lang="en-US" sz="2100" dirty="0"/>
              <a:t>Will navigate Log files</a:t>
            </a:r>
          </a:p>
          <a:p>
            <a:r>
              <a:rPr lang="en-US" sz="2100" dirty="0"/>
              <a:t>Search for Log file for date = Today’s Date -1 (yesterday)</a:t>
            </a:r>
          </a:p>
          <a:p>
            <a:r>
              <a:rPr lang="en-US" sz="2100" dirty="0"/>
              <a:t>Scan File and see date time present on logs and Capture </a:t>
            </a:r>
            <a:r>
              <a:rPr lang="en-US" sz="2100" dirty="0" err="1"/>
              <a:t>Log.Error</a:t>
            </a:r>
            <a:r>
              <a:rPr lang="en-US" sz="2100" dirty="0"/>
              <a:t> around 7 pm</a:t>
            </a:r>
          </a:p>
          <a:p>
            <a:r>
              <a:rPr lang="en-US" sz="2100" dirty="0"/>
              <a:t>if Found then It will pick error Context</a:t>
            </a:r>
          </a:p>
          <a:p>
            <a:r>
              <a:rPr lang="en-US" sz="2100" dirty="0"/>
              <a:t>Make Call to Codex/ Claude Model to get detailed analysis and Root causes</a:t>
            </a:r>
          </a:p>
          <a:p>
            <a:r>
              <a:rPr lang="en-US" sz="2100" dirty="0"/>
              <a:t>Will Drop Email to Admin.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89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Sometimes we have specific task related to Domain like </a:t>
            </a:r>
          </a:p>
          <a:p>
            <a:pPr marL="0" indent="0">
              <a:buNone/>
            </a:pPr>
            <a:r>
              <a:rPr lang="en-US" dirty="0" smtClean="0"/>
              <a:t>Doctors are doing some research based on some diseases then they will input some symptom or pattern of disease to understand disease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Hugging face.</a:t>
            </a:r>
            <a:endParaRPr lang="en-US" dirty="0"/>
          </a:p>
          <a:p>
            <a:pPr marL="0" indent="0">
              <a:buNone/>
            </a:pPr>
            <a:r>
              <a:rPr lang="en-IN" dirty="0" err="1" smtClean="0">
                <a:hlinkClick r:id="rId2"/>
              </a:rPr>
              <a:t>genzeonplatform</a:t>
            </a:r>
            <a:r>
              <a:rPr lang="en-IN" dirty="0" smtClean="0">
                <a:hlinkClick r:id="rId2"/>
              </a:rPr>
              <a:t>/healthcare-brain-medication-</a:t>
            </a:r>
            <a:r>
              <a:rPr lang="en-IN" dirty="0" err="1" smtClean="0">
                <a:hlinkClick r:id="rId2"/>
              </a:rPr>
              <a:t>ner</a:t>
            </a:r>
            <a:r>
              <a:rPr lang="en-IN" dirty="0" smtClean="0">
                <a:hlinkClick r:id="rId2"/>
              </a:rPr>
              <a:t> · Hugging Face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>
                <a:hlinkClick r:id="rId3"/>
              </a:rPr>
              <a:t>genzeonplatform</a:t>
            </a:r>
            <a:r>
              <a:rPr lang="en-IN" dirty="0" smtClean="0">
                <a:hlinkClick r:id="rId3"/>
              </a:rPr>
              <a:t>/healthcare-brain-clinical-findings-</a:t>
            </a:r>
            <a:r>
              <a:rPr lang="en-IN" dirty="0" err="1" smtClean="0">
                <a:hlinkClick r:id="rId3"/>
              </a:rPr>
              <a:t>ner</a:t>
            </a:r>
            <a:r>
              <a:rPr lang="en-IN" dirty="0" smtClean="0">
                <a:hlinkClick r:id="rId3"/>
              </a:rPr>
              <a:t> · Hugging 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10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33</TotalTime>
  <Words>433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Choosing Between Models </vt:lpstr>
      <vt:lpstr>Popular LLM Providers and models</vt:lpstr>
      <vt:lpstr>Model Comparision</vt:lpstr>
      <vt:lpstr>Flagship model</vt:lpstr>
      <vt:lpstr>Mini model</vt:lpstr>
      <vt:lpstr>Nano model </vt:lpstr>
      <vt:lpstr>Reasoning Models</vt:lpstr>
      <vt:lpstr>Simple Model -  Problems</vt:lpstr>
      <vt:lpstr>Problems with Simple Models</vt:lpstr>
      <vt:lpstr>Problems with Simple Models</vt:lpstr>
      <vt:lpstr>Reasoning Models</vt:lpstr>
      <vt:lpstr>Reasoning Models</vt:lpstr>
      <vt:lpstr>Domain Models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Between Models </dc:title>
  <dc:creator>Microsoft account</dc:creator>
  <cp:lastModifiedBy>Microsoft account</cp:lastModifiedBy>
  <cp:revision>5</cp:revision>
  <dcterms:created xsi:type="dcterms:W3CDTF">2026-08-07T17:42:45Z</dcterms:created>
  <dcterms:modified xsi:type="dcterms:W3CDTF">2026-08-07T18:16:02Z</dcterms:modified>
</cp:coreProperties>
</file>