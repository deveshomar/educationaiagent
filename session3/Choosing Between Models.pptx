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4" r:id="rId1"/>
  </p:sldMasterIdLst>
  <p:sldIdLst>
    <p:sldId id="256" r:id="rId2"/>
    <p:sldId id="264" r:id="rId3"/>
    <p:sldId id="265" r:id="rId4"/>
    <p:sldId id="266" r:id="rId5"/>
    <p:sldId id="267" r:id="rId6"/>
    <p:sldId id="268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0725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71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77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7973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0200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8070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28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923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884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6377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62967BC-126F-4822-9086-14CEAD50BE3A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032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26" r:id="rId2"/>
    <p:sldLayoutId id="2147483827" r:id="rId3"/>
    <p:sldLayoutId id="2147483828" r:id="rId4"/>
    <p:sldLayoutId id="2147483829" r:id="rId5"/>
    <p:sldLayoutId id="2147483830" r:id="rId6"/>
    <p:sldLayoutId id="2147483831" r:id="rId7"/>
    <p:sldLayoutId id="2147483832" r:id="rId8"/>
    <p:sldLayoutId id="2147483833" r:id="rId9"/>
    <p:sldLayoutId id="2147483834" r:id="rId10"/>
    <p:sldLayoutId id="214748383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genzeonplatform/healthcare-brain-clinical-findings-ner" TargetMode="External"/><Relationship Id="rId2" Type="http://schemas.openxmlformats.org/officeDocument/2006/relationships/hyperlink" Target="https://huggingface.co/genzeonplatform/healthcare-brain-medication-ne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749024"/>
          </a:xfrm>
        </p:spPr>
        <p:txBody>
          <a:bodyPr>
            <a:normAutofit/>
          </a:bodyPr>
          <a:lstStyle/>
          <a:p>
            <a:r>
              <a:rPr lang="en-US" sz="4400" dirty="0" smtClean="0"/>
              <a:t>Choosing Between Models</a:t>
            </a: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0154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Popular LLM Providers and models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963" y="2359187"/>
            <a:ext cx="10058400" cy="2996876"/>
          </a:xfrm>
          <a:prstGeom prst="rect">
            <a:avLst/>
          </a:prstGeom>
        </p:spPr>
      </p:pic>
      <p:sp>
        <p:nvSpPr>
          <p:cNvPr id="3" name="Right Arrow 2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932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 </a:t>
            </a:r>
            <a:r>
              <a:rPr lang="en-US" dirty="0" err="1" smtClean="0"/>
              <a:t>Comparision</a:t>
            </a:r>
            <a:endParaRPr lang="en-IN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9013" y="1846263"/>
            <a:ext cx="7954300" cy="4022725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460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Flagship</a:t>
            </a:r>
            <a:r>
              <a:rPr lang="en-IN" dirty="0" smtClean="0"/>
              <a:t> model</a:t>
            </a:r>
            <a:endParaRPr lang="en-IN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matters more than cost.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task involves complex reasoning.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building coding assistants.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working in regulated domains such as finance or healthcare.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need sophisticated AI agents.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want the highest-quality output. 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7179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Mini</a:t>
            </a:r>
            <a:r>
              <a:rPr lang="en-IN" dirty="0" smtClean="0"/>
              <a:t> model</a:t>
            </a:r>
            <a:endParaRPr lang="en-IN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945038" y="1565506"/>
            <a:ext cx="886553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need a balance of quality, speed, and cost.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You're building </a:t>
            </a:r>
            <a:r>
              <a:rPr kumimoji="0" 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chatbots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 internal assistants.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 requests are of moderate complexity. 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397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Nano</a:t>
            </a:r>
            <a:r>
              <a:rPr lang="en-IN" dirty="0" smtClean="0"/>
              <a:t> model </a:t>
            </a:r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838200" y="1690688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The task is simple (classification, routing, tagging).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Low latency and low cost are the highest priorities.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Arial" panose="020B0604020202020204" pitchFamily="34" charset="0"/>
              </a:rPr>
              <a:t>You're handling very high request volumes. 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8259" y="1011981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2424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Reasoning Models</a:t>
            </a:r>
          </a:p>
          <a:p>
            <a:r>
              <a:rPr lang="en-US" dirty="0"/>
              <a:t>Below are few reasoning models</a:t>
            </a:r>
          </a:p>
          <a:p>
            <a:r>
              <a:rPr lang="en-US" dirty="0"/>
              <a:t>GPT‑4 (full versions)</a:t>
            </a:r>
          </a:p>
          <a:p>
            <a:r>
              <a:rPr lang="en-US" dirty="0"/>
              <a:t>Claude 3 Sonnet</a:t>
            </a:r>
          </a:p>
          <a:p>
            <a:r>
              <a:rPr lang="en-US" b="1" dirty="0"/>
              <a:t>Gemini Advanced / Ultra</a:t>
            </a:r>
            <a:endParaRPr lang="en-US" dirty="0"/>
          </a:p>
          <a:p>
            <a:r>
              <a:rPr lang="en-US" dirty="0"/>
              <a:t>LLaMA‑3‑70B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354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Simple Model </a:t>
            </a:r>
            <a:r>
              <a:rPr lang="en-IN" b="1" dirty="0" smtClean="0"/>
              <a:t>-  Problems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Below are few simple models</a:t>
            </a:r>
          </a:p>
          <a:p>
            <a:r>
              <a:rPr lang="en-US" dirty="0"/>
              <a:t>GPT‑3.5‑Turbo</a:t>
            </a:r>
          </a:p>
          <a:p>
            <a:r>
              <a:rPr lang="en-US" dirty="0" err="1"/>
              <a:t>LLaMA</a:t>
            </a:r>
            <a:r>
              <a:rPr lang="en-US" dirty="0"/>
              <a:t> 2 7B</a:t>
            </a:r>
          </a:p>
          <a:p>
            <a:r>
              <a:rPr lang="en-US" dirty="0"/>
              <a:t>Phi‑2</a:t>
            </a:r>
          </a:p>
          <a:p>
            <a:r>
              <a:rPr lang="en-US" dirty="0"/>
              <a:t>GPT‑4‑Lite style models</a:t>
            </a:r>
          </a:p>
          <a:p>
            <a:r>
              <a:rPr lang="en-US" dirty="0"/>
              <a:t>These are Optimizes for </a:t>
            </a:r>
            <a:r>
              <a:rPr lang="en-US" b="1" dirty="0"/>
              <a:t>fast responses</a:t>
            </a:r>
            <a:endParaRPr lang="en-US" dirty="0"/>
          </a:p>
          <a:p>
            <a:r>
              <a:rPr lang="en-US" dirty="0"/>
              <a:t>Not able to Plan based on Task.</a:t>
            </a:r>
          </a:p>
          <a:p>
            <a:r>
              <a:rPr lang="en-US" dirty="0"/>
              <a:t>Fails where multi-step decision making required.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510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Problems with Simple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 smtClean="0"/>
              <a:t>User Ask</a:t>
            </a:r>
          </a:p>
          <a:p>
            <a:pPr marL="0" indent="0">
              <a:buNone/>
            </a:pPr>
            <a:r>
              <a:rPr lang="en-US" sz="1600" i="1" dirty="0"/>
              <a:t>“Can you </a:t>
            </a:r>
            <a:r>
              <a:rPr lang="en-US" sz="1600" i="1" dirty="0" smtClean="0"/>
              <a:t>write and drop email </a:t>
            </a:r>
            <a:r>
              <a:rPr lang="en-US" sz="1600" i="1" dirty="0"/>
              <a:t>me my order details and please share last 5 month orders</a:t>
            </a:r>
            <a:r>
              <a:rPr lang="en-US" sz="1600" i="1" dirty="0" smtClean="0"/>
              <a:t>.</a:t>
            </a:r>
          </a:p>
          <a:p>
            <a:pPr marL="0" indent="0">
              <a:buNone/>
            </a:pPr>
            <a:endParaRPr lang="en-US" sz="1600" i="1" dirty="0"/>
          </a:p>
          <a:p>
            <a:pPr marL="0" indent="0">
              <a:buNone/>
            </a:pPr>
            <a:r>
              <a:rPr lang="en-US" sz="1600" dirty="0" smtClean="0"/>
              <a:t>Tasks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Email 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Fetch Order details</a:t>
            </a:r>
          </a:p>
          <a:p>
            <a:pPr marL="514350" indent="-514350">
              <a:buAutoNum type="arabicPeriod"/>
            </a:pPr>
            <a:r>
              <a:rPr lang="en-US" sz="1600" dirty="0" smtClean="0"/>
              <a:t>Fetch last 5 month order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 smtClean="0"/>
              <a:t>Execution Wrong Order</a:t>
            </a:r>
            <a:endParaRPr lang="en-US" sz="1600" dirty="0"/>
          </a:p>
          <a:p>
            <a:pPr marL="514350" indent="-514350">
              <a:buAutoNum type="arabicPeriod"/>
            </a:pPr>
            <a:endParaRPr lang="en-IN" sz="1600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2860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Problems with Simple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/>
              <a:t>User Ask - </a:t>
            </a:r>
          </a:p>
          <a:p>
            <a:pPr marL="0" indent="0">
              <a:buNone/>
            </a:pPr>
            <a:r>
              <a:rPr lang="en-US" sz="1800" dirty="0" smtClean="0"/>
              <a:t>“Getting  time out Error can you suggest how to fix”</a:t>
            </a:r>
          </a:p>
          <a:p>
            <a:pPr marL="0" indent="0">
              <a:buNone/>
            </a:pPr>
            <a:endParaRPr lang="en-US" sz="1800" dirty="0" smtClean="0"/>
          </a:p>
          <a:p>
            <a:r>
              <a:rPr lang="en-US" sz="1800" dirty="0" smtClean="0"/>
              <a:t>Simple </a:t>
            </a:r>
            <a:r>
              <a:rPr lang="en-US" sz="1800" dirty="0"/>
              <a:t>Model will provide reasons like results like</a:t>
            </a:r>
          </a:p>
          <a:p>
            <a:r>
              <a:rPr lang="en-US" sz="1800" dirty="0"/>
              <a:t>Server is down</a:t>
            </a:r>
          </a:p>
          <a:p>
            <a:r>
              <a:rPr lang="en-US" sz="1800" dirty="0"/>
              <a:t>“Increase timeout”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134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649"/>
          </a:xfrm>
        </p:spPr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4060"/>
            <a:ext cx="10515600" cy="5117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User Prompt-  </a:t>
            </a:r>
            <a:r>
              <a:rPr lang="en-US" sz="1600" dirty="0"/>
              <a:t>“Can you give email me my order details and please share last 5 month orders</a:t>
            </a:r>
            <a:r>
              <a:rPr lang="en-US" sz="1600" dirty="0" smtClean="0"/>
              <a:t>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Reasoning Model will work like below</a:t>
            </a:r>
          </a:p>
          <a:p>
            <a:r>
              <a:rPr lang="en-US" sz="1600" dirty="0"/>
              <a:t>First, it will read complete sentence</a:t>
            </a:r>
          </a:p>
          <a:p>
            <a:r>
              <a:rPr lang="en-US" sz="1600" dirty="0"/>
              <a:t>Will Create Plan like below</a:t>
            </a:r>
          </a:p>
          <a:p>
            <a:r>
              <a:rPr lang="en-US" sz="1600" dirty="0" smtClean="0"/>
              <a:t>1.Fetch </a:t>
            </a:r>
            <a:r>
              <a:rPr lang="en-US" sz="1600" dirty="0"/>
              <a:t>Order details</a:t>
            </a:r>
          </a:p>
          <a:p>
            <a:r>
              <a:rPr lang="en-US" sz="1600" dirty="0" smtClean="0"/>
              <a:t>2. Fetch </a:t>
            </a:r>
            <a:r>
              <a:rPr lang="en-US" sz="1600" dirty="0"/>
              <a:t>Last 5 month Order details</a:t>
            </a:r>
          </a:p>
          <a:p>
            <a:r>
              <a:rPr lang="en-US" sz="1600" dirty="0" smtClean="0"/>
              <a:t>3.Combine </a:t>
            </a:r>
            <a:r>
              <a:rPr lang="en-US" sz="1600" dirty="0"/>
              <a:t>Both into one.</a:t>
            </a:r>
          </a:p>
          <a:p>
            <a:r>
              <a:rPr lang="en-US" sz="1600" dirty="0" smtClean="0"/>
              <a:t>4. Draft </a:t>
            </a:r>
            <a:r>
              <a:rPr lang="en-US" sz="1600" dirty="0"/>
              <a:t>User professional Email</a:t>
            </a:r>
          </a:p>
          <a:p>
            <a:r>
              <a:rPr lang="en-US" sz="1600" dirty="0" smtClean="0"/>
              <a:t>5.Send </a:t>
            </a:r>
            <a:r>
              <a:rPr lang="en-US" sz="1600" dirty="0"/>
              <a:t>Email</a:t>
            </a:r>
            <a:r>
              <a:rPr lang="en-US" sz="1600" dirty="0" smtClean="0"/>
              <a:t>.</a:t>
            </a:r>
          </a:p>
          <a:p>
            <a:endParaRPr lang="en-US" sz="1600" dirty="0"/>
          </a:p>
          <a:p>
            <a:r>
              <a:rPr lang="en-US" sz="1600" dirty="0" smtClean="0"/>
              <a:t>Correct Execution</a:t>
            </a:r>
          </a:p>
          <a:p>
            <a:endParaRPr lang="en-US" sz="1900" dirty="0"/>
          </a:p>
          <a:p>
            <a:endParaRPr lang="en-US" sz="1900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0" y="532666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6488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Reasoning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“can you check logs and share detailed analysis why error occurred; we got error yesterday at 7 pm</a:t>
            </a:r>
            <a:r>
              <a:rPr lang="en-US" dirty="0" smtClean="0"/>
              <a:t>”</a:t>
            </a:r>
          </a:p>
          <a:p>
            <a:endParaRPr lang="en-US" sz="2100" dirty="0"/>
          </a:p>
          <a:p>
            <a:r>
              <a:rPr lang="en-US" sz="2100" b="1" dirty="0"/>
              <a:t>Now LLM will plan like below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Read complete sentence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see what to do — Read operation it is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navigate Log files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Search for Log file for date = Today’s Date -1 (yesterday)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Scan File and see date time present on logs and Capture </a:t>
            </a:r>
            <a:r>
              <a:rPr lang="en-US" sz="2100" dirty="0" err="1"/>
              <a:t>Log.Error</a:t>
            </a:r>
            <a:r>
              <a:rPr lang="en-US" sz="2100" dirty="0"/>
              <a:t> around 7 pm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if Found then It will pick error Context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Make Call to Codex/ Claude Model to get detailed analysis and Root causes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Will Drop Email to Admin.</a:t>
            </a:r>
          </a:p>
          <a:p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898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 Models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Sometimes we have specific task related to Domain like </a:t>
            </a:r>
          </a:p>
          <a:p>
            <a:pPr marL="0" indent="0">
              <a:buNone/>
            </a:pPr>
            <a:r>
              <a:rPr lang="en-US" dirty="0" smtClean="0"/>
              <a:t>Doctors are doing some research based on some diseases then they will input some symptom or pattern of disease to understand disease </a:t>
            </a:r>
            <a:r>
              <a:rPr lang="en-US" dirty="0" err="1" smtClean="0"/>
              <a:t>etc</a:t>
            </a: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Hugging face.</a:t>
            </a:r>
            <a:endParaRPr lang="en-US" dirty="0"/>
          </a:p>
          <a:p>
            <a:pPr marL="0" indent="0">
              <a:buNone/>
            </a:pPr>
            <a:r>
              <a:rPr lang="en-IN" dirty="0" err="1" smtClean="0">
                <a:hlinkClick r:id="rId2"/>
              </a:rPr>
              <a:t>genzeonplatform</a:t>
            </a:r>
            <a:r>
              <a:rPr lang="en-IN" dirty="0" smtClean="0">
                <a:hlinkClick r:id="rId2"/>
              </a:rPr>
              <a:t>/healthcare-brain-medication-</a:t>
            </a:r>
            <a:r>
              <a:rPr lang="en-IN" dirty="0" err="1" smtClean="0">
                <a:hlinkClick r:id="rId2"/>
              </a:rPr>
              <a:t>ner</a:t>
            </a:r>
            <a:r>
              <a:rPr lang="en-IN" dirty="0" smtClean="0">
                <a:hlinkClick r:id="rId2"/>
              </a:rPr>
              <a:t> · Hugging Face</a:t>
            </a:r>
            <a:endParaRPr lang="en-IN" dirty="0" smtClean="0"/>
          </a:p>
          <a:p>
            <a:pPr marL="0" indent="0">
              <a:buNone/>
            </a:pPr>
            <a:r>
              <a:rPr lang="en-IN" dirty="0" err="1" smtClean="0">
                <a:hlinkClick r:id="rId3"/>
              </a:rPr>
              <a:t>genzeonplatform</a:t>
            </a:r>
            <a:r>
              <a:rPr lang="en-IN" dirty="0" smtClean="0">
                <a:hlinkClick r:id="rId3"/>
              </a:rPr>
              <a:t>/healthcare-brain-clinical-findings-</a:t>
            </a:r>
            <a:r>
              <a:rPr lang="en-IN" dirty="0" err="1" smtClean="0">
                <a:hlinkClick r:id="rId3"/>
              </a:rPr>
              <a:t>ner</a:t>
            </a:r>
            <a:r>
              <a:rPr lang="en-IN" dirty="0" smtClean="0">
                <a:hlinkClick r:id="rId3"/>
              </a:rPr>
              <a:t> · Hugging Face</a:t>
            </a:r>
            <a:endParaRPr lang="en-IN" dirty="0"/>
          </a:p>
        </p:txBody>
      </p:sp>
      <p:sp>
        <p:nvSpPr>
          <p:cNvPr id="4" name="Right Arrow 3"/>
          <p:cNvSpPr/>
          <p:nvPr/>
        </p:nvSpPr>
        <p:spPr>
          <a:xfrm>
            <a:off x="222190" y="1204958"/>
            <a:ext cx="649481" cy="470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8107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35</TotalTime>
  <Words>439</Words>
  <Application>Microsoft Office PowerPoint</Application>
  <PresentationFormat>Widescreen</PresentationFormat>
  <Paragraphs>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Retrospect</vt:lpstr>
      <vt:lpstr>Choosing Between Models </vt:lpstr>
      <vt:lpstr>Popular LLM Providers and models</vt:lpstr>
      <vt:lpstr>Model Comparision</vt:lpstr>
      <vt:lpstr>Flagship model</vt:lpstr>
      <vt:lpstr>Mini model</vt:lpstr>
      <vt:lpstr>Nano model </vt:lpstr>
      <vt:lpstr>Reasoning Models</vt:lpstr>
      <vt:lpstr>Simple Model -  Problems</vt:lpstr>
      <vt:lpstr>Problems with Simple Models</vt:lpstr>
      <vt:lpstr>Problems with Simple Models</vt:lpstr>
      <vt:lpstr>Reasoning Models</vt:lpstr>
      <vt:lpstr>Reasoning Models</vt:lpstr>
      <vt:lpstr>Domain Models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Choosing Between Models </dc:title>
  <dc:creator>Microsoft account</dc:creator>
  <cp:lastModifiedBy>Microsoft account</cp:lastModifiedBy>
  <cp:revision>7</cp:revision>
  <dcterms:created xsi:type="dcterms:W3CDTF">2026-08-07T17:42:45Z</dcterms:created>
  <dcterms:modified xsi:type="dcterms:W3CDTF">2026-08-08T14:13:14Z</dcterms:modified>
</cp:coreProperties>
</file>